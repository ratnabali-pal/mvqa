
<file path=[Content_Types].xml><?xml version="1.0" encoding="utf-8"?>
<Types xmlns="http://schemas.openxmlformats.org/package/2006/content-types"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docMetadata/LabelInfo.xml" ContentType="application/vnd.ms-office.classificationlabels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5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ustom.xml" ContentType="application/vnd.openxmlformats-officedocument.custom-properties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4"/>
  </p:sldMasterIdLst>
  <p:sldIdLst>
    <p:sldId id="257" r:id="rId5"/>
  </p:sldIdLst>
  <p:sldSz cx="30240288" cy="39600188"/>
  <p:notesSz cx="7102475" cy="102314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12473" userDrawn="1">
          <p15:clr>
            <a:srgbClr val="A4A3A4"/>
          </p15:clr>
        </p15:guide>
        <p15:guide id="2" pos="952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clrMru>
    <a:srgbClr val="4472C4"/>
    <a:srgbClr val="189DAC"/>
    <a:srgbClr val="C3283B"/>
    <a:srgbClr val="CE2B7A"/>
    <a:srgbClr val="166390"/>
    <a:srgbClr val="C6293C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241" autoAdjust="0"/>
    <p:restoredTop sz="94660"/>
  </p:normalViewPr>
  <p:slideViewPr>
    <p:cSldViewPr snapToGrid="0" showGuides="1">
      <p:cViewPr varScale="1">
        <p:scale>
          <a:sx n="15" d="100"/>
          <a:sy n="15" d="100"/>
        </p:scale>
        <p:origin x="-2376" y="-86"/>
      </p:cViewPr>
      <p:guideLst>
        <p:guide orient="horz" pos="12473"/>
        <p:guide pos="952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68022" y="6480867"/>
            <a:ext cx="25704245" cy="13786732"/>
          </a:xfrm>
        </p:spPr>
        <p:txBody>
          <a:bodyPr anchor="b"/>
          <a:lstStyle>
            <a:lvl1pPr algn="ctr">
              <a:defRPr sz="1984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80036" y="20799268"/>
            <a:ext cx="22680216" cy="9560876"/>
          </a:xfrm>
        </p:spPr>
        <p:txBody>
          <a:bodyPr/>
          <a:lstStyle>
            <a:lvl1pPr marL="0" indent="0" algn="ctr">
              <a:buNone/>
              <a:defRPr sz="7937"/>
            </a:lvl1pPr>
            <a:lvl2pPr marL="1512006" indent="0" algn="ctr">
              <a:buNone/>
              <a:defRPr sz="6614"/>
            </a:lvl2pPr>
            <a:lvl3pPr marL="3024012" indent="0" algn="ctr">
              <a:buNone/>
              <a:defRPr sz="5953"/>
            </a:lvl3pPr>
            <a:lvl4pPr marL="4536018" indent="0" algn="ctr">
              <a:buNone/>
              <a:defRPr sz="5291"/>
            </a:lvl4pPr>
            <a:lvl5pPr marL="6048024" indent="0" algn="ctr">
              <a:buNone/>
              <a:defRPr sz="5291"/>
            </a:lvl5pPr>
            <a:lvl6pPr marL="7560031" indent="0" algn="ctr">
              <a:buNone/>
              <a:defRPr sz="5291"/>
            </a:lvl6pPr>
            <a:lvl7pPr marL="9072037" indent="0" algn="ctr">
              <a:buNone/>
              <a:defRPr sz="5291"/>
            </a:lvl7pPr>
            <a:lvl8pPr marL="10584043" indent="0" algn="ctr">
              <a:buNone/>
              <a:defRPr sz="5291"/>
            </a:lvl8pPr>
            <a:lvl9pPr marL="12096049" indent="0" algn="ctr">
              <a:buNone/>
              <a:defRPr sz="5291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2E794-AD7C-42F3-A9CF-3A1E5AD0A3E6}" type="datetimeFigureOut">
              <a:rPr lang="en-US" smtClean="0"/>
              <a:pPr/>
              <a:t>6/3/2025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F2C43-E43F-4D95-8F68-525B640901A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8575984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pPr/>
              <a:t>6/3/2025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8828078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63272" y="9872559"/>
            <a:ext cx="26082248" cy="16472575"/>
          </a:xfrm>
        </p:spPr>
        <p:txBody>
          <a:bodyPr anchor="b"/>
          <a:lstStyle>
            <a:lvl1pPr>
              <a:defRPr sz="1984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63272" y="26500971"/>
            <a:ext cx="26082248" cy="8662538"/>
          </a:xfrm>
        </p:spPr>
        <p:txBody>
          <a:bodyPr/>
          <a:lstStyle>
            <a:lvl1pPr marL="0" indent="0">
              <a:buNone/>
              <a:defRPr sz="7937">
                <a:solidFill>
                  <a:schemeClr val="tx1"/>
                </a:solidFill>
              </a:defRPr>
            </a:lvl1pPr>
            <a:lvl2pPr marL="1512006" indent="0">
              <a:buNone/>
              <a:defRPr sz="6614">
                <a:solidFill>
                  <a:schemeClr val="tx1">
                    <a:tint val="75000"/>
                  </a:schemeClr>
                </a:solidFill>
              </a:defRPr>
            </a:lvl2pPr>
            <a:lvl3pPr marL="3024012" indent="0">
              <a:buNone/>
              <a:defRPr sz="5953">
                <a:solidFill>
                  <a:schemeClr val="tx1">
                    <a:tint val="75000"/>
                  </a:schemeClr>
                </a:solidFill>
              </a:defRPr>
            </a:lvl3pPr>
            <a:lvl4pPr marL="4536018" indent="0">
              <a:buNone/>
              <a:defRPr sz="5291">
                <a:solidFill>
                  <a:schemeClr val="tx1">
                    <a:tint val="75000"/>
                  </a:schemeClr>
                </a:solidFill>
              </a:defRPr>
            </a:lvl4pPr>
            <a:lvl5pPr marL="6048024" indent="0">
              <a:buNone/>
              <a:defRPr sz="5291">
                <a:solidFill>
                  <a:schemeClr val="tx1">
                    <a:tint val="75000"/>
                  </a:schemeClr>
                </a:solidFill>
              </a:defRPr>
            </a:lvl5pPr>
            <a:lvl6pPr marL="7560031" indent="0">
              <a:buNone/>
              <a:defRPr sz="5291">
                <a:solidFill>
                  <a:schemeClr val="tx1">
                    <a:tint val="75000"/>
                  </a:schemeClr>
                </a:solidFill>
              </a:defRPr>
            </a:lvl6pPr>
            <a:lvl7pPr marL="9072037" indent="0">
              <a:buNone/>
              <a:defRPr sz="5291">
                <a:solidFill>
                  <a:schemeClr val="tx1">
                    <a:tint val="75000"/>
                  </a:schemeClr>
                </a:solidFill>
              </a:defRPr>
            </a:lvl7pPr>
            <a:lvl8pPr marL="10584043" indent="0">
              <a:buNone/>
              <a:defRPr sz="5291">
                <a:solidFill>
                  <a:schemeClr val="tx1">
                    <a:tint val="75000"/>
                  </a:schemeClr>
                </a:solidFill>
              </a:defRPr>
            </a:lvl8pPr>
            <a:lvl9pPr marL="12096049" indent="0">
              <a:buNone/>
              <a:defRPr sz="529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2E794-AD7C-42F3-A9CF-3A1E5AD0A3E6}" type="datetimeFigureOut">
              <a:rPr lang="en-US" smtClean="0"/>
              <a:pPr/>
              <a:t>6/3/2025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F2C43-E43F-4D95-8F68-525B640901A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25564682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079020" y="10541716"/>
            <a:ext cx="12852122" cy="251259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309146" y="10541716"/>
            <a:ext cx="12852122" cy="251259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2E794-AD7C-42F3-A9CF-3A1E5AD0A3E6}" type="datetimeFigureOut">
              <a:rPr lang="en-US" smtClean="0"/>
              <a:pPr/>
              <a:t>6/3/2025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F2C43-E43F-4D95-8F68-525B640901A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14201002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2959" y="2108352"/>
            <a:ext cx="26082248" cy="765420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2962" y="9707549"/>
            <a:ext cx="12793057" cy="4757520"/>
          </a:xfrm>
        </p:spPr>
        <p:txBody>
          <a:bodyPr anchor="b"/>
          <a:lstStyle>
            <a:lvl1pPr marL="0" indent="0">
              <a:buNone/>
              <a:defRPr sz="7937" b="1"/>
            </a:lvl1pPr>
            <a:lvl2pPr marL="1512006" indent="0">
              <a:buNone/>
              <a:defRPr sz="6614" b="1"/>
            </a:lvl2pPr>
            <a:lvl3pPr marL="3024012" indent="0">
              <a:buNone/>
              <a:defRPr sz="5953" b="1"/>
            </a:lvl3pPr>
            <a:lvl4pPr marL="4536018" indent="0">
              <a:buNone/>
              <a:defRPr sz="5291" b="1"/>
            </a:lvl4pPr>
            <a:lvl5pPr marL="6048024" indent="0">
              <a:buNone/>
              <a:defRPr sz="5291" b="1"/>
            </a:lvl5pPr>
            <a:lvl6pPr marL="7560031" indent="0">
              <a:buNone/>
              <a:defRPr sz="5291" b="1"/>
            </a:lvl6pPr>
            <a:lvl7pPr marL="9072037" indent="0">
              <a:buNone/>
              <a:defRPr sz="5291" b="1"/>
            </a:lvl7pPr>
            <a:lvl8pPr marL="10584043" indent="0">
              <a:buNone/>
              <a:defRPr sz="5291" b="1"/>
            </a:lvl8pPr>
            <a:lvl9pPr marL="12096049" indent="0">
              <a:buNone/>
              <a:defRPr sz="529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082962" y="14465069"/>
            <a:ext cx="12793057" cy="212759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5309148" y="9707549"/>
            <a:ext cx="12856061" cy="4757520"/>
          </a:xfrm>
        </p:spPr>
        <p:txBody>
          <a:bodyPr anchor="b"/>
          <a:lstStyle>
            <a:lvl1pPr marL="0" indent="0">
              <a:buNone/>
              <a:defRPr sz="7937" b="1"/>
            </a:lvl1pPr>
            <a:lvl2pPr marL="1512006" indent="0">
              <a:buNone/>
              <a:defRPr sz="6614" b="1"/>
            </a:lvl2pPr>
            <a:lvl3pPr marL="3024012" indent="0">
              <a:buNone/>
              <a:defRPr sz="5953" b="1"/>
            </a:lvl3pPr>
            <a:lvl4pPr marL="4536018" indent="0">
              <a:buNone/>
              <a:defRPr sz="5291" b="1"/>
            </a:lvl4pPr>
            <a:lvl5pPr marL="6048024" indent="0">
              <a:buNone/>
              <a:defRPr sz="5291" b="1"/>
            </a:lvl5pPr>
            <a:lvl6pPr marL="7560031" indent="0">
              <a:buNone/>
              <a:defRPr sz="5291" b="1"/>
            </a:lvl6pPr>
            <a:lvl7pPr marL="9072037" indent="0">
              <a:buNone/>
              <a:defRPr sz="5291" b="1"/>
            </a:lvl7pPr>
            <a:lvl8pPr marL="10584043" indent="0">
              <a:buNone/>
              <a:defRPr sz="5291" b="1"/>
            </a:lvl8pPr>
            <a:lvl9pPr marL="12096049" indent="0">
              <a:buNone/>
              <a:defRPr sz="529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5309148" y="14465069"/>
            <a:ext cx="12856061" cy="212759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2E794-AD7C-42F3-A9CF-3A1E5AD0A3E6}" type="datetimeFigureOut">
              <a:rPr lang="en-US" smtClean="0"/>
              <a:pPr/>
              <a:t>6/3/2025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F2C43-E43F-4D95-8F68-525B640901A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11712637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2E794-AD7C-42F3-A9CF-3A1E5AD0A3E6}" type="datetimeFigureOut">
              <a:rPr lang="en-US" smtClean="0"/>
              <a:pPr/>
              <a:t>6/3/2025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F2C43-E43F-4D95-8F68-525B640901A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17352820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2E794-AD7C-42F3-A9CF-3A1E5AD0A3E6}" type="datetimeFigureOut">
              <a:rPr lang="en-US" smtClean="0"/>
              <a:pPr/>
              <a:t>6/3/2025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F2C43-E43F-4D95-8F68-525B640901A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41230200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2959" y="2640012"/>
            <a:ext cx="9753280" cy="9240044"/>
          </a:xfrm>
        </p:spPr>
        <p:txBody>
          <a:bodyPr anchor="b"/>
          <a:lstStyle>
            <a:lvl1pPr>
              <a:defRPr sz="1058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56061" y="5701703"/>
            <a:ext cx="15309146" cy="28141800"/>
          </a:xfrm>
        </p:spPr>
        <p:txBody>
          <a:bodyPr/>
          <a:lstStyle>
            <a:lvl1pPr>
              <a:defRPr sz="10583"/>
            </a:lvl1pPr>
            <a:lvl2pPr>
              <a:defRPr sz="9260"/>
            </a:lvl2pPr>
            <a:lvl3pPr>
              <a:defRPr sz="7937"/>
            </a:lvl3pPr>
            <a:lvl4pPr>
              <a:defRPr sz="6614"/>
            </a:lvl4pPr>
            <a:lvl5pPr>
              <a:defRPr sz="6614"/>
            </a:lvl5pPr>
            <a:lvl6pPr>
              <a:defRPr sz="6614"/>
            </a:lvl6pPr>
            <a:lvl7pPr>
              <a:defRPr sz="6614"/>
            </a:lvl7pPr>
            <a:lvl8pPr>
              <a:defRPr sz="6614"/>
            </a:lvl8pPr>
            <a:lvl9pPr>
              <a:defRPr sz="661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2959" y="11880056"/>
            <a:ext cx="9753280" cy="22009274"/>
          </a:xfrm>
        </p:spPr>
        <p:txBody>
          <a:bodyPr/>
          <a:lstStyle>
            <a:lvl1pPr marL="0" indent="0">
              <a:buNone/>
              <a:defRPr sz="5291"/>
            </a:lvl1pPr>
            <a:lvl2pPr marL="1512006" indent="0">
              <a:buNone/>
              <a:defRPr sz="4630"/>
            </a:lvl2pPr>
            <a:lvl3pPr marL="3024012" indent="0">
              <a:buNone/>
              <a:defRPr sz="3969"/>
            </a:lvl3pPr>
            <a:lvl4pPr marL="4536018" indent="0">
              <a:buNone/>
              <a:defRPr sz="3307"/>
            </a:lvl4pPr>
            <a:lvl5pPr marL="6048024" indent="0">
              <a:buNone/>
              <a:defRPr sz="3307"/>
            </a:lvl5pPr>
            <a:lvl6pPr marL="7560031" indent="0">
              <a:buNone/>
              <a:defRPr sz="3307"/>
            </a:lvl6pPr>
            <a:lvl7pPr marL="9072037" indent="0">
              <a:buNone/>
              <a:defRPr sz="3307"/>
            </a:lvl7pPr>
            <a:lvl8pPr marL="10584043" indent="0">
              <a:buNone/>
              <a:defRPr sz="3307"/>
            </a:lvl8pPr>
            <a:lvl9pPr marL="12096049" indent="0">
              <a:buNone/>
              <a:defRPr sz="330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2E794-AD7C-42F3-A9CF-3A1E5AD0A3E6}" type="datetimeFigureOut">
              <a:rPr lang="en-US" smtClean="0"/>
              <a:pPr/>
              <a:t>6/3/2025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F2C43-E43F-4D95-8F68-525B640901A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7935094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2959" y="2640012"/>
            <a:ext cx="9753280" cy="9240044"/>
          </a:xfrm>
        </p:spPr>
        <p:txBody>
          <a:bodyPr anchor="b"/>
          <a:lstStyle>
            <a:lvl1pPr>
              <a:defRPr sz="1058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856061" y="5701703"/>
            <a:ext cx="15309146" cy="28141800"/>
          </a:xfrm>
        </p:spPr>
        <p:txBody>
          <a:bodyPr anchor="t"/>
          <a:lstStyle>
            <a:lvl1pPr marL="0" indent="0">
              <a:buNone/>
              <a:defRPr sz="10583"/>
            </a:lvl1pPr>
            <a:lvl2pPr marL="1512006" indent="0">
              <a:buNone/>
              <a:defRPr sz="9260"/>
            </a:lvl2pPr>
            <a:lvl3pPr marL="3024012" indent="0">
              <a:buNone/>
              <a:defRPr sz="7937"/>
            </a:lvl3pPr>
            <a:lvl4pPr marL="4536018" indent="0">
              <a:buNone/>
              <a:defRPr sz="6614"/>
            </a:lvl4pPr>
            <a:lvl5pPr marL="6048024" indent="0">
              <a:buNone/>
              <a:defRPr sz="6614"/>
            </a:lvl5pPr>
            <a:lvl6pPr marL="7560031" indent="0">
              <a:buNone/>
              <a:defRPr sz="6614"/>
            </a:lvl6pPr>
            <a:lvl7pPr marL="9072037" indent="0">
              <a:buNone/>
              <a:defRPr sz="6614"/>
            </a:lvl7pPr>
            <a:lvl8pPr marL="10584043" indent="0">
              <a:buNone/>
              <a:defRPr sz="6614"/>
            </a:lvl8pPr>
            <a:lvl9pPr marL="12096049" indent="0">
              <a:buNone/>
              <a:defRPr sz="6614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2959" y="11880056"/>
            <a:ext cx="9753280" cy="22009274"/>
          </a:xfrm>
        </p:spPr>
        <p:txBody>
          <a:bodyPr/>
          <a:lstStyle>
            <a:lvl1pPr marL="0" indent="0">
              <a:buNone/>
              <a:defRPr sz="5291"/>
            </a:lvl1pPr>
            <a:lvl2pPr marL="1512006" indent="0">
              <a:buNone/>
              <a:defRPr sz="4630"/>
            </a:lvl2pPr>
            <a:lvl3pPr marL="3024012" indent="0">
              <a:buNone/>
              <a:defRPr sz="3969"/>
            </a:lvl3pPr>
            <a:lvl4pPr marL="4536018" indent="0">
              <a:buNone/>
              <a:defRPr sz="3307"/>
            </a:lvl4pPr>
            <a:lvl5pPr marL="6048024" indent="0">
              <a:buNone/>
              <a:defRPr sz="3307"/>
            </a:lvl5pPr>
            <a:lvl6pPr marL="7560031" indent="0">
              <a:buNone/>
              <a:defRPr sz="3307"/>
            </a:lvl6pPr>
            <a:lvl7pPr marL="9072037" indent="0">
              <a:buNone/>
              <a:defRPr sz="3307"/>
            </a:lvl7pPr>
            <a:lvl8pPr marL="10584043" indent="0">
              <a:buNone/>
              <a:defRPr sz="3307"/>
            </a:lvl8pPr>
            <a:lvl9pPr marL="12096049" indent="0">
              <a:buNone/>
              <a:defRPr sz="330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2E794-AD7C-42F3-A9CF-3A1E5AD0A3E6}" type="datetimeFigureOut">
              <a:rPr lang="en-US" smtClean="0"/>
              <a:pPr/>
              <a:t>6/3/2025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F2C43-E43F-4D95-8F68-525B640901A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347777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2E794-AD7C-42F3-A9CF-3A1E5AD0A3E6}" type="datetimeFigureOut">
              <a:rPr lang="en-US" smtClean="0"/>
              <a:pPr/>
              <a:t>6/3/2025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F2C43-E43F-4D95-8F68-525B640901A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38404265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1640708" y="2108343"/>
            <a:ext cx="6520562" cy="3355932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079021" y="2108343"/>
            <a:ext cx="19183683" cy="3355932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2E794-AD7C-42F3-A9CF-3A1E5AD0A3E6}" type="datetimeFigureOut">
              <a:rPr lang="en-US" smtClean="0"/>
              <a:pPr/>
              <a:t>6/3/2025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F2C43-E43F-4D95-8F68-525B640901A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5254054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44729" y="2108353"/>
            <a:ext cx="25545132" cy="2186571"/>
          </a:xfrm>
        </p:spPr>
        <p:txBody>
          <a:bodyPr>
            <a:normAutofit/>
          </a:bodyPr>
          <a:lstStyle>
            <a:lvl1pPr>
              <a:defRPr sz="733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="" xmlns:a16="http://schemas.microsoft.com/office/drawing/2014/main" id="{1E6AFDD5-E346-4A70-9D61-94C5F6CEBE5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44730" y="5018366"/>
            <a:ext cx="8225656" cy="1940637"/>
          </a:xfrm>
        </p:spPr>
        <p:txBody>
          <a:bodyPr anchor="ctr">
            <a:noAutofit/>
          </a:bodyPr>
          <a:lstStyle>
            <a:lvl1pPr marL="0" indent="0">
              <a:buNone/>
              <a:defRPr sz="5040" b="1"/>
            </a:lvl1pPr>
            <a:lvl2pPr marL="1511925" indent="0">
              <a:buNone/>
              <a:defRPr sz="6614" b="1"/>
            </a:lvl2pPr>
            <a:lvl3pPr marL="3023850" indent="0">
              <a:buNone/>
              <a:defRPr sz="5952" b="1"/>
            </a:lvl3pPr>
            <a:lvl4pPr marL="4535775" indent="0">
              <a:buNone/>
              <a:defRPr sz="5291" b="1"/>
            </a:lvl4pPr>
            <a:lvl5pPr marL="6047700" indent="0">
              <a:buNone/>
              <a:defRPr sz="5291" b="1"/>
            </a:lvl5pPr>
            <a:lvl6pPr marL="7559625" indent="0">
              <a:buNone/>
              <a:defRPr sz="5291" b="1"/>
            </a:lvl6pPr>
            <a:lvl7pPr marL="9071550" indent="0">
              <a:buNone/>
              <a:defRPr sz="5291" b="1"/>
            </a:lvl7pPr>
            <a:lvl8pPr marL="10583475" indent="0">
              <a:buNone/>
              <a:defRPr sz="5291" b="1"/>
            </a:lvl8pPr>
            <a:lvl9pPr marL="12095400" indent="0">
              <a:buNone/>
              <a:defRPr sz="5291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Content Placeholder 5">
            <a:extLst>
              <a:ext uri="{FF2B5EF4-FFF2-40B4-BE49-F238E27FC236}">
                <a16:creationId xmlns="" xmlns:a16="http://schemas.microsoft.com/office/drawing/2014/main" id="{0EBAAC94-278E-44A4-84D0-18D6B55F839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744730" y="7394798"/>
            <a:ext cx="8225655" cy="12405296"/>
          </a:xfrm>
        </p:spPr>
        <p:txBody>
          <a:bodyPr>
            <a:normAutofit/>
          </a:bodyPr>
          <a:lstStyle>
            <a:lvl1pPr>
              <a:defRPr sz="6109"/>
            </a:lvl1pPr>
            <a:lvl2pPr>
              <a:defRPr sz="5498"/>
            </a:lvl2pPr>
            <a:lvl3pPr>
              <a:defRPr sz="4582"/>
            </a:lvl3pPr>
            <a:lvl4pPr>
              <a:defRPr sz="4123"/>
            </a:lvl4pPr>
            <a:lvl5pPr>
              <a:defRPr sz="4123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="" xmlns:a16="http://schemas.microsoft.com/office/drawing/2014/main" id="{7D57A3E7-9A4F-4A1C-93B0-8370D584F9E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1064205" y="5018366"/>
            <a:ext cx="8225656" cy="1940637"/>
          </a:xfrm>
        </p:spPr>
        <p:txBody>
          <a:bodyPr anchor="ctr">
            <a:noAutofit/>
          </a:bodyPr>
          <a:lstStyle>
            <a:lvl1pPr marL="0" indent="0">
              <a:buNone/>
              <a:defRPr sz="5040" b="1"/>
            </a:lvl1pPr>
            <a:lvl2pPr marL="1511925" indent="0">
              <a:buNone/>
              <a:defRPr sz="6614" b="1"/>
            </a:lvl2pPr>
            <a:lvl3pPr marL="3023850" indent="0">
              <a:buNone/>
              <a:defRPr sz="5952" b="1"/>
            </a:lvl3pPr>
            <a:lvl4pPr marL="4535775" indent="0">
              <a:buNone/>
              <a:defRPr sz="5291" b="1"/>
            </a:lvl4pPr>
            <a:lvl5pPr marL="6047700" indent="0">
              <a:buNone/>
              <a:defRPr sz="5291" b="1"/>
            </a:lvl5pPr>
            <a:lvl6pPr marL="7559625" indent="0">
              <a:buNone/>
              <a:defRPr sz="5291" b="1"/>
            </a:lvl6pPr>
            <a:lvl7pPr marL="9071550" indent="0">
              <a:buNone/>
              <a:defRPr sz="5291" b="1"/>
            </a:lvl7pPr>
            <a:lvl8pPr marL="10583475" indent="0">
              <a:buNone/>
              <a:defRPr sz="5291" b="1"/>
            </a:lvl8pPr>
            <a:lvl9pPr marL="12095400" indent="0">
              <a:buNone/>
              <a:defRPr sz="5291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9" name="Content Placeholder 5">
            <a:extLst>
              <a:ext uri="{FF2B5EF4-FFF2-40B4-BE49-F238E27FC236}">
                <a16:creationId xmlns="" xmlns:a16="http://schemas.microsoft.com/office/drawing/2014/main" id="{DBB12901-663D-4D56-B1B6-1CD8BBB0CAFA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12404466" y="7394798"/>
            <a:ext cx="8225655" cy="28292977"/>
          </a:xfrm>
        </p:spPr>
        <p:txBody>
          <a:bodyPr>
            <a:normAutofit/>
          </a:bodyPr>
          <a:lstStyle>
            <a:lvl1pPr>
              <a:defRPr sz="6109"/>
            </a:lvl1pPr>
            <a:lvl2pPr>
              <a:defRPr sz="5498"/>
            </a:lvl2pPr>
            <a:lvl3pPr>
              <a:defRPr sz="4582"/>
            </a:lvl3pPr>
            <a:lvl4pPr>
              <a:defRPr sz="4123"/>
            </a:lvl4pPr>
            <a:lvl5pPr>
              <a:defRPr sz="4123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="" xmlns:a16="http://schemas.microsoft.com/office/drawing/2014/main" id="{CEAB9592-7299-4155-BE84-29F589DA685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2404466" y="5018366"/>
            <a:ext cx="8225656" cy="1940637"/>
          </a:xfrm>
        </p:spPr>
        <p:txBody>
          <a:bodyPr anchor="ctr">
            <a:noAutofit/>
          </a:bodyPr>
          <a:lstStyle>
            <a:lvl1pPr marL="0" indent="0">
              <a:buNone/>
              <a:defRPr sz="5040" b="1"/>
            </a:lvl1pPr>
            <a:lvl2pPr marL="1511925" indent="0">
              <a:buNone/>
              <a:defRPr sz="6614" b="1"/>
            </a:lvl2pPr>
            <a:lvl3pPr marL="3023850" indent="0">
              <a:buNone/>
              <a:defRPr sz="5952" b="1"/>
            </a:lvl3pPr>
            <a:lvl4pPr marL="4535775" indent="0">
              <a:buNone/>
              <a:defRPr sz="5291" b="1"/>
            </a:lvl4pPr>
            <a:lvl5pPr marL="6047700" indent="0">
              <a:buNone/>
              <a:defRPr sz="5291" b="1"/>
            </a:lvl5pPr>
            <a:lvl6pPr marL="7559625" indent="0">
              <a:buNone/>
              <a:defRPr sz="5291" b="1"/>
            </a:lvl6pPr>
            <a:lvl7pPr marL="9071550" indent="0">
              <a:buNone/>
              <a:defRPr sz="5291" b="1"/>
            </a:lvl7pPr>
            <a:lvl8pPr marL="10583475" indent="0">
              <a:buNone/>
              <a:defRPr sz="5291" b="1"/>
            </a:lvl8pPr>
            <a:lvl9pPr marL="12095400" indent="0">
              <a:buNone/>
              <a:defRPr sz="5291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1" name="Content Placeholder 5">
            <a:extLst>
              <a:ext uri="{FF2B5EF4-FFF2-40B4-BE49-F238E27FC236}">
                <a16:creationId xmlns="" xmlns:a16="http://schemas.microsoft.com/office/drawing/2014/main" id="{61174D4D-DE8E-4C02-8A47-0B98E8F340A4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21064206" y="7394798"/>
            <a:ext cx="8225655" cy="12405296"/>
          </a:xfrm>
        </p:spPr>
        <p:txBody>
          <a:bodyPr>
            <a:normAutofit/>
          </a:bodyPr>
          <a:lstStyle>
            <a:lvl1pPr>
              <a:defRPr sz="6109"/>
            </a:lvl1pPr>
            <a:lvl2pPr>
              <a:defRPr sz="5498"/>
            </a:lvl2pPr>
            <a:lvl3pPr>
              <a:defRPr sz="4582"/>
            </a:lvl3pPr>
            <a:lvl4pPr>
              <a:defRPr sz="4123"/>
            </a:lvl4pPr>
            <a:lvl5pPr>
              <a:defRPr sz="4123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="" xmlns:a16="http://schemas.microsoft.com/office/drawing/2014/main" id="{63AD4C10-DB7D-4BB3-93C7-48EFE97657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744730" y="20906047"/>
            <a:ext cx="8225656" cy="1940637"/>
          </a:xfrm>
        </p:spPr>
        <p:txBody>
          <a:bodyPr anchor="ctr">
            <a:noAutofit/>
          </a:bodyPr>
          <a:lstStyle>
            <a:lvl1pPr marL="0" indent="0">
              <a:buNone/>
              <a:defRPr sz="5040" b="1"/>
            </a:lvl1pPr>
            <a:lvl2pPr marL="1511925" indent="0">
              <a:buNone/>
              <a:defRPr sz="6614" b="1"/>
            </a:lvl2pPr>
            <a:lvl3pPr marL="3023850" indent="0">
              <a:buNone/>
              <a:defRPr sz="5952" b="1"/>
            </a:lvl3pPr>
            <a:lvl4pPr marL="4535775" indent="0">
              <a:buNone/>
              <a:defRPr sz="5291" b="1"/>
            </a:lvl4pPr>
            <a:lvl5pPr marL="6047700" indent="0">
              <a:buNone/>
              <a:defRPr sz="5291" b="1"/>
            </a:lvl5pPr>
            <a:lvl6pPr marL="7559625" indent="0">
              <a:buNone/>
              <a:defRPr sz="5291" b="1"/>
            </a:lvl6pPr>
            <a:lvl7pPr marL="9071550" indent="0">
              <a:buNone/>
              <a:defRPr sz="5291" b="1"/>
            </a:lvl7pPr>
            <a:lvl8pPr marL="10583475" indent="0">
              <a:buNone/>
              <a:defRPr sz="5291" b="1"/>
            </a:lvl8pPr>
            <a:lvl9pPr marL="12095400" indent="0">
              <a:buNone/>
              <a:defRPr sz="5291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3" name="Content Placeholder 5">
            <a:extLst>
              <a:ext uri="{FF2B5EF4-FFF2-40B4-BE49-F238E27FC236}">
                <a16:creationId xmlns="" xmlns:a16="http://schemas.microsoft.com/office/drawing/2014/main" id="{98D09B86-E7ED-4920-BA92-AB0E067ED12E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3744730" y="23282479"/>
            <a:ext cx="8225655" cy="12405296"/>
          </a:xfrm>
        </p:spPr>
        <p:txBody>
          <a:bodyPr>
            <a:normAutofit/>
          </a:bodyPr>
          <a:lstStyle>
            <a:lvl1pPr>
              <a:defRPr sz="6109"/>
            </a:lvl1pPr>
            <a:lvl2pPr>
              <a:defRPr sz="5498"/>
            </a:lvl2pPr>
            <a:lvl3pPr>
              <a:defRPr sz="4582"/>
            </a:lvl3pPr>
            <a:lvl4pPr>
              <a:defRPr sz="4123"/>
            </a:lvl4pPr>
            <a:lvl5pPr>
              <a:defRPr sz="4123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="" xmlns:a16="http://schemas.microsoft.com/office/drawing/2014/main" id="{F1B01D45-1304-47A8-B19B-3D746D6F85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1064206" y="20906047"/>
            <a:ext cx="8225656" cy="1940637"/>
          </a:xfrm>
        </p:spPr>
        <p:txBody>
          <a:bodyPr anchor="ctr">
            <a:noAutofit/>
          </a:bodyPr>
          <a:lstStyle>
            <a:lvl1pPr marL="0" indent="0">
              <a:buNone/>
              <a:defRPr sz="5040" b="1"/>
            </a:lvl1pPr>
            <a:lvl2pPr marL="1511925" indent="0">
              <a:buNone/>
              <a:defRPr sz="6614" b="1"/>
            </a:lvl2pPr>
            <a:lvl3pPr marL="3023850" indent="0">
              <a:buNone/>
              <a:defRPr sz="5952" b="1"/>
            </a:lvl3pPr>
            <a:lvl4pPr marL="4535775" indent="0">
              <a:buNone/>
              <a:defRPr sz="5291" b="1"/>
            </a:lvl4pPr>
            <a:lvl5pPr marL="6047700" indent="0">
              <a:buNone/>
              <a:defRPr sz="5291" b="1"/>
            </a:lvl5pPr>
            <a:lvl6pPr marL="7559625" indent="0">
              <a:buNone/>
              <a:defRPr sz="5291" b="1"/>
            </a:lvl6pPr>
            <a:lvl7pPr marL="9071550" indent="0">
              <a:buNone/>
              <a:defRPr sz="5291" b="1"/>
            </a:lvl7pPr>
            <a:lvl8pPr marL="10583475" indent="0">
              <a:buNone/>
              <a:defRPr sz="5291" b="1"/>
            </a:lvl8pPr>
            <a:lvl9pPr marL="12095400" indent="0">
              <a:buNone/>
              <a:defRPr sz="5291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7" name="Content Placeholder 5">
            <a:extLst>
              <a:ext uri="{FF2B5EF4-FFF2-40B4-BE49-F238E27FC236}">
                <a16:creationId xmlns="" xmlns:a16="http://schemas.microsoft.com/office/drawing/2014/main" id="{CEE00E21-FF80-4A62-9411-00B23C50577A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21064206" y="23282479"/>
            <a:ext cx="8225655" cy="12405296"/>
          </a:xfrm>
        </p:spPr>
        <p:txBody>
          <a:bodyPr>
            <a:normAutofit/>
          </a:bodyPr>
          <a:lstStyle>
            <a:lvl1pPr>
              <a:defRPr sz="6109"/>
            </a:lvl1pPr>
            <a:lvl2pPr>
              <a:defRPr sz="5498"/>
            </a:lvl2pPr>
            <a:lvl3pPr>
              <a:defRPr sz="4582"/>
            </a:lvl3pPr>
            <a:lvl4pPr>
              <a:defRPr sz="4123"/>
            </a:lvl4pPr>
            <a:lvl5pPr>
              <a:defRPr sz="4123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="" xmlns:p14="http://schemas.microsoft.com/office/powerpoint/2010/main" val="31972742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44729" y="2108353"/>
            <a:ext cx="25545132" cy="2186571"/>
          </a:xfrm>
        </p:spPr>
        <p:txBody>
          <a:bodyPr>
            <a:normAutofit/>
          </a:bodyPr>
          <a:lstStyle>
            <a:lvl1pPr>
              <a:defRPr sz="733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2E794-AD7C-42F3-A9CF-3A1E5AD0A3E6}" type="datetimeFigureOut">
              <a:rPr lang="en-US" smtClean="0"/>
              <a:pPr/>
              <a:t>6/3/2025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F2C43-E43F-4D95-8F68-525B640901A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ext Placeholder 4">
            <a:extLst>
              <a:ext uri="{FF2B5EF4-FFF2-40B4-BE49-F238E27FC236}">
                <a16:creationId xmlns="" xmlns:a16="http://schemas.microsoft.com/office/drawing/2014/main" id="{1E6AFDD5-E346-4A70-9D61-94C5F6CEBE5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44730" y="5018366"/>
            <a:ext cx="8225656" cy="1652990"/>
          </a:xfrm>
        </p:spPr>
        <p:txBody>
          <a:bodyPr anchor="ctr">
            <a:noAutofit/>
          </a:bodyPr>
          <a:lstStyle>
            <a:lvl1pPr marL="0" indent="0">
              <a:buNone/>
              <a:defRPr sz="5040" b="1"/>
            </a:lvl1pPr>
            <a:lvl2pPr marL="1511925" indent="0">
              <a:buNone/>
              <a:defRPr sz="6614" b="1"/>
            </a:lvl2pPr>
            <a:lvl3pPr marL="3023850" indent="0">
              <a:buNone/>
              <a:defRPr sz="5952" b="1"/>
            </a:lvl3pPr>
            <a:lvl4pPr marL="4535775" indent="0">
              <a:buNone/>
              <a:defRPr sz="5291" b="1"/>
            </a:lvl4pPr>
            <a:lvl5pPr marL="6047700" indent="0">
              <a:buNone/>
              <a:defRPr sz="5291" b="1"/>
            </a:lvl5pPr>
            <a:lvl6pPr marL="7559625" indent="0">
              <a:buNone/>
              <a:defRPr sz="5291" b="1"/>
            </a:lvl6pPr>
            <a:lvl7pPr marL="9071550" indent="0">
              <a:buNone/>
              <a:defRPr sz="5291" b="1"/>
            </a:lvl7pPr>
            <a:lvl8pPr marL="10583475" indent="0">
              <a:buNone/>
              <a:defRPr sz="5291" b="1"/>
            </a:lvl8pPr>
            <a:lvl9pPr marL="12095400" indent="0">
              <a:buNone/>
              <a:defRPr sz="5291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Content Placeholder 5">
            <a:extLst>
              <a:ext uri="{FF2B5EF4-FFF2-40B4-BE49-F238E27FC236}">
                <a16:creationId xmlns="" xmlns:a16="http://schemas.microsoft.com/office/drawing/2014/main" id="{0EBAAC94-278E-44A4-84D0-18D6B55F839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744730" y="7394799"/>
            <a:ext cx="8225655" cy="28346209"/>
          </a:xfrm>
        </p:spPr>
        <p:txBody>
          <a:bodyPr>
            <a:normAutofit/>
          </a:bodyPr>
          <a:lstStyle>
            <a:lvl1pPr>
              <a:defRPr sz="6109"/>
            </a:lvl1pPr>
            <a:lvl2pPr>
              <a:defRPr sz="5498"/>
            </a:lvl2pPr>
            <a:lvl3pPr>
              <a:defRPr sz="4582"/>
            </a:lvl3pPr>
            <a:lvl4pPr>
              <a:defRPr sz="4123"/>
            </a:lvl4pPr>
            <a:lvl5pPr>
              <a:defRPr sz="4123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="" xmlns:a16="http://schemas.microsoft.com/office/drawing/2014/main" id="{7D57A3E7-9A4F-4A1C-93B0-8370D584F9E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1064205" y="5018366"/>
            <a:ext cx="8225656" cy="1652990"/>
          </a:xfrm>
        </p:spPr>
        <p:txBody>
          <a:bodyPr anchor="ctr">
            <a:noAutofit/>
          </a:bodyPr>
          <a:lstStyle>
            <a:lvl1pPr marL="0" indent="0">
              <a:buNone/>
              <a:defRPr sz="5040" b="1"/>
            </a:lvl1pPr>
            <a:lvl2pPr marL="1511925" indent="0">
              <a:buNone/>
              <a:defRPr sz="6614" b="1"/>
            </a:lvl2pPr>
            <a:lvl3pPr marL="3023850" indent="0">
              <a:buNone/>
              <a:defRPr sz="5952" b="1"/>
            </a:lvl3pPr>
            <a:lvl4pPr marL="4535775" indent="0">
              <a:buNone/>
              <a:defRPr sz="5291" b="1"/>
            </a:lvl4pPr>
            <a:lvl5pPr marL="6047700" indent="0">
              <a:buNone/>
              <a:defRPr sz="5291" b="1"/>
            </a:lvl5pPr>
            <a:lvl6pPr marL="7559625" indent="0">
              <a:buNone/>
              <a:defRPr sz="5291" b="1"/>
            </a:lvl6pPr>
            <a:lvl7pPr marL="9071550" indent="0">
              <a:buNone/>
              <a:defRPr sz="5291" b="1"/>
            </a:lvl7pPr>
            <a:lvl8pPr marL="10583475" indent="0">
              <a:buNone/>
              <a:defRPr sz="5291" b="1"/>
            </a:lvl8pPr>
            <a:lvl9pPr marL="12095400" indent="0">
              <a:buNone/>
              <a:defRPr sz="5291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9" name="Content Placeholder 5">
            <a:extLst>
              <a:ext uri="{FF2B5EF4-FFF2-40B4-BE49-F238E27FC236}">
                <a16:creationId xmlns="" xmlns:a16="http://schemas.microsoft.com/office/drawing/2014/main" id="{DBB12901-663D-4D56-B1B6-1CD8BBB0CAFA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21064206" y="7394799"/>
            <a:ext cx="8225655" cy="28346209"/>
          </a:xfrm>
        </p:spPr>
        <p:txBody>
          <a:bodyPr>
            <a:normAutofit/>
          </a:bodyPr>
          <a:lstStyle>
            <a:lvl1pPr>
              <a:defRPr sz="6109"/>
            </a:lvl1pPr>
            <a:lvl2pPr>
              <a:defRPr sz="5498"/>
            </a:lvl2pPr>
            <a:lvl3pPr>
              <a:defRPr sz="4582"/>
            </a:lvl3pPr>
            <a:lvl4pPr>
              <a:defRPr sz="4123"/>
            </a:lvl4pPr>
            <a:lvl5pPr>
              <a:defRPr sz="4123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="" xmlns:a16="http://schemas.microsoft.com/office/drawing/2014/main" id="{CEAB9592-7299-4155-BE84-29F589DA685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2404466" y="5018366"/>
            <a:ext cx="8225656" cy="1652990"/>
          </a:xfrm>
        </p:spPr>
        <p:txBody>
          <a:bodyPr anchor="ctr">
            <a:noAutofit/>
          </a:bodyPr>
          <a:lstStyle>
            <a:lvl1pPr marL="0" indent="0">
              <a:buNone/>
              <a:defRPr sz="5040" b="1"/>
            </a:lvl1pPr>
            <a:lvl2pPr marL="1511925" indent="0">
              <a:buNone/>
              <a:defRPr sz="6614" b="1"/>
            </a:lvl2pPr>
            <a:lvl3pPr marL="3023850" indent="0">
              <a:buNone/>
              <a:defRPr sz="5952" b="1"/>
            </a:lvl3pPr>
            <a:lvl4pPr marL="4535775" indent="0">
              <a:buNone/>
              <a:defRPr sz="5291" b="1"/>
            </a:lvl4pPr>
            <a:lvl5pPr marL="6047700" indent="0">
              <a:buNone/>
              <a:defRPr sz="5291" b="1"/>
            </a:lvl5pPr>
            <a:lvl6pPr marL="7559625" indent="0">
              <a:buNone/>
              <a:defRPr sz="5291" b="1"/>
            </a:lvl6pPr>
            <a:lvl7pPr marL="9071550" indent="0">
              <a:buNone/>
              <a:defRPr sz="5291" b="1"/>
            </a:lvl7pPr>
            <a:lvl8pPr marL="10583475" indent="0">
              <a:buNone/>
              <a:defRPr sz="5291" b="1"/>
            </a:lvl8pPr>
            <a:lvl9pPr marL="12095400" indent="0">
              <a:buNone/>
              <a:defRPr sz="5291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1" name="Content Placeholder 5">
            <a:extLst>
              <a:ext uri="{FF2B5EF4-FFF2-40B4-BE49-F238E27FC236}">
                <a16:creationId xmlns="" xmlns:a16="http://schemas.microsoft.com/office/drawing/2014/main" id="{61174D4D-DE8E-4C02-8A47-0B98E8F340A4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2404467" y="7394799"/>
            <a:ext cx="8225655" cy="28346209"/>
          </a:xfrm>
        </p:spPr>
        <p:txBody>
          <a:bodyPr>
            <a:normAutofit/>
          </a:bodyPr>
          <a:lstStyle>
            <a:lvl1pPr>
              <a:defRPr sz="6109"/>
            </a:lvl1pPr>
            <a:lvl2pPr>
              <a:defRPr sz="5498"/>
            </a:lvl2pPr>
            <a:lvl3pPr>
              <a:defRPr sz="4582"/>
            </a:lvl3pPr>
            <a:lvl4pPr>
              <a:defRPr sz="4123"/>
            </a:lvl4pPr>
            <a:lvl5pPr>
              <a:defRPr sz="4123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="" xmlns:p14="http://schemas.microsoft.com/office/powerpoint/2010/main" val="109010812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44729" y="2108353"/>
            <a:ext cx="25545132" cy="2186571"/>
          </a:xfrm>
        </p:spPr>
        <p:txBody>
          <a:bodyPr>
            <a:normAutofit/>
          </a:bodyPr>
          <a:lstStyle>
            <a:lvl1pPr>
              <a:defRPr sz="733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="" xmlns:a16="http://schemas.microsoft.com/office/drawing/2014/main" id="{1E6AFDD5-E346-4A70-9D61-94C5F6CEBE5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44730" y="5018366"/>
            <a:ext cx="8225656" cy="1940637"/>
          </a:xfrm>
        </p:spPr>
        <p:txBody>
          <a:bodyPr anchor="ctr">
            <a:noAutofit/>
          </a:bodyPr>
          <a:lstStyle>
            <a:lvl1pPr marL="0" indent="0">
              <a:buNone/>
              <a:defRPr sz="5040" b="1"/>
            </a:lvl1pPr>
            <a:lvl2pPr marL="1511925" indent="0">
              <a:buNone/>
              <a:defRPr sz="6614" b="1"/>
            </a:lvl2pPr>
            <a:lvl3pPr marL="3023850" indent="0">
              <a:buNone/>
              <a:defRPr sz="5952" b="1"/>
            </a:lvl3pPr>
            <a:lvl4pPr marL="4535775" indent="0">
              <a:buNone/>
              <a:defRPr sz="5291" b="1"/>
            </a:lvl4pPr>
            <a:lvl5pPr marL="6047700" indent="0">
              <a:buNone/>
              <a:defRPr sz="5291" b="1"/>
            </a:lvl5pPr>
            <a:lvl6pPr marL="7559625" indent="0">
              <a:buNone/>
              <a:defRPr sz="5291" b="1"/>
            </a:lvl6pPr>
            <a:lvl7pPr marL="9071550" indent="0">
              <a:buNone/>
              <a:defRPr sz="5291" b="1"/>
            </a:lvl7pPr>
            <a:lvl8pPr marL="10583475" indent="0">
              <a:buNone/>
              <a:defRPr sz="5291" b="1"/>
            </a:lvl8pPr>
            <a:lvl9pPr marL="12095400" indent="0">
              <a:buNone/>
              <a:defRPr sz="5291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Content Placeholder 5">
            <a:extLst>
              <a:ext uri="{FF2B5EF4-FFF2-40B4-BE49-F238E27FC236}">
                <a16:creationId xmlns="" xmlns:a16="http://schemas.microsoft.com/office/drawing/2014/main" id="{0EBAAC94-278E-44A4-84D0-18D6B55F839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744730" y="7394798"/>
            <a:ext cx="8225655" cy="12405296"/>
          </a:xfrm>
        </p:spPr>
        <p:txBody>
          <a:bodyPr>
            <a:normAutofit/>
          </a:bodyPr>
          <a:lstStyle>
            <a:lvl1pPr>
              <a:defRPr sz="6109"/>
            </a:lvl1pPr>
            <a:lvl2pPr>
              <a:defRPr sz="5498"/>
            </a:lvl2pPr>
            <a:lvl3pPr>
              <a:defRPr sz="4582"/>
            </a:lvl3pPr>
            <a:lvl4pPr>
              <a:defRPr sz="4123"/>
            </a:lvl4pPr>
            <a:lvl5pPr>
              <a:defRPr sz="4123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="" xmlns:a16="http://schemas.microsoft.com/office/drawing/2014/main" id="{7D57A3E7-9A4F-4A1C-93B0-8370D584F9E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1064205" y="5018366"/>
            <a:ext cx="8225656" cy="1940637"/>
          </a:xfrm>
        </p:spPr>
        <p:txBody>
          <a:bodyPr anchor="ctr">
            <a:noAutofit/>
          </a:bodyPr>
          <a:lstStyle>
            <a:lvl1pPr marL="0" indent="0">
              <a:buNone/>
              <a:defRPr sz="5040" b="1"/>
            </a:lvl1pPr>
            <a:lvl2pPr marL="1511925" indent="0">
              <a:buNone/>
              <a:defRPr sz="6614" b="1"/>
            </a:lvl2pPr>
            <a:lvl3pPr marL="3023850" indent="0">
              <a:buNone/>
              <a:defRPr sz="5952" b="1"/>
            </a:lvl3pPr>
            <a:lvl4pPr marL="4535775" indent="0">
              <a:buNone/>
              <a:defRPr sz="5291" b="1"/>
            </a:lvl4pPr>
            <a:lvl5pPr marL="6047700" indent="0">
              <a:buNone/>
              <a:defRPr sz="5291" b="1"/>
            </a:lvl5pPr>
            <a:lvl6pPr marL="7559625" indent="0">
              <a:buNone/>
              <a:defRPr sz="5291" b="1"/>
            </a:lvl6pPr>
            <a:lvl7pPr marL="9071550" indent="0">
              <a:buNone/>
              <a:defRPr sz="5291" b="1"/>
            </a:lvl7pPr>
            <a:lvl8pPr marL="10583475" indent="0">
              <a:buNone/>
              <a:defRPr sz="5291" b="1"/>
            </a:lvl8pPr>
            <a:lvl9pPr marL="12095400" indent="0">
              <a:buNone/>
              <a:defRPr sz="5291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9" name="Content Placeholder 5">
            <a:extLst>
              <a:ext uri="{FF2B5EF4-FFF2-40B4-BE49-F238E27FC236}">
                <a16:creationId xmlns="" xmlns:a16="http://schemas.microsoft.com/office/drawing/2014/main" id="{DBB12901-663D-4D56-B1B6-1CD8BBB0CAFA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21064206" y="7394798"/>
            <a:ext cx="8225655" cy="12405296"/>
          </a:xfrm>
        </p:spPr>
        <p:txBody>
          <a:bodyPr>
            <a:normAutofit/>
          </a:bodyPr>
          <a:lstStyle>
            <a:lvl1pPr>
              <a:defRPr sz="6109"/>
            </a:lvl1pPr>
            <a:lvl2pPr>
              <a:defRPr sz="5498"/>
            </a:lvl2pPr>
            <a:lvl3pPr>
              <a:defRPr sz="4582"/>
            </a:lvl3pPr>
            <a:lvl4pPr>
              <a:defRPr sz="4123"/>
            </a:lvl4pPr>
            <a:lvl5pPr>
              <a:defRPr sz="4123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="" xmlns:a16="http://schemas.microsoft.com/office/drawing/2014/main" id="{CEAB9592-7299-4155-BE84-29F589DA685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2404466" y="5018366"/>
            <a:ext cx="8225656" cy="1940637"/>
          </a:xfrm>
        </p:spPr>
        <p:txBody>
          <a:bodyPr anchor="ctr">
            <a:noAutofit/>
          </a:bodyPr>
          <a:lstStyle>
            <a:lvl1pPr marL="0" indent="0">
              <a:buNone/>
              <a:defRPr sz="5040" b="1"/>
            </a:lvl1pPr>
            <a:lvl2pPr marL="1511925" indent="0">
              <a:buNone/>
              <a:defRPr sz="6614" b="1"/>
            </a:lvl2pPr>
            <a:lvl3pPr marL="3023850" indent="0">
              <a:buNone/>
              <a:defRPr sz="5952" b="1"/>
            </a:lvl3pPr>
            <a:lvl4pPr marL="4535775" indent="0">
              <a:buNone/>
              <a:defRPr sz="5291" b="1"/>
            </a:lvl4pPr>
            <a:lvl5pPr marL="6047700" indent="0">
              <a:buNone/>
              <a:defRPr sz="5291" b="1"/>
            </a:lvl5pPr>
            <a:lvl6pPr marL="7559625" indent="0">
              <a:buNone/>
              <a:defRPr sz="5291" b="1"/>
            </a:lvl6pPr>
            <a:lvl7pPr marL="9071550" indent="0">
              <a:buNone/>
              <a:defRPr sz="5291" b="1"/>
            </a:lvl7pPr>
            <a:lvl8pPr marL="10583475" indent="0">
              <a:buNone/>
              <a:defRPr sz="5291" b="1"/>
            </a:lvl8pPr>
            <a:lvl9pPr marL="12095400" indent="0">
              <a:buNone/>
              <a:defRPr sz="5291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1" name="Content Placeholder 5">
            <a:extLst>
              <a:ext uri="{FF2B5EF4-FFF2-40B4-BE49-F238E27FC236}">
                <a16:creationId xmlns="" xmlns:a16="http://schemas.microsoft.com/office/drawing/2014/main" id="{61174D4D-DE8E-4C02-8A47-0B98E8F340A4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2404467" y="7394798"/>
            <a:ext cx="8225655" cy="12405296"/>
          </a:xfrm>
        </p:spPr>
        <p:txBody>
          <a:bodyPr>
            <a:normAutofit/>
          </a:bodyPr>
          <a:lstStyle>
            <a:lvl1pPr>
              <a:defRPr sz="6109"/>
            </a:lvl1pPr>
            <a:lvl2pPr>
              <a:defRPr sz="5498"/>
            </a:lvl2pPr>
            <a:lvl3pPr>
              <a:defRPr sz="4582"/>
            </a:lvl3pPr>
            <a:lvl4pPr>
              <a:defRPr sz="4123"/>
            </a:lvl4pPr>
            <a:lvl5pPr>
              <a:defRPr sz="4123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="" xmlns:a16="http://schemas.microsoft.com/office/drawing/2014/main" id="{63AD4C10-DB7D-4BB3-93C7-48EFE97657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744730" y="20906047"/>
            <a:ext cx="8225656" cy="1940637"/>
          </a:xfrm>
        </p:spPr>
        <p:txBody>
          <a:bodyPr anchor="ctr">
            <a:noAutofit/>
          </a:bodyPr>
          <a:lstStyle>
            <a:lvl1pPr marL="0" indent="0">
              <a:buNone/>
              <a:defRPr sz="5040" b="1"/>
            </a:lvl1pPr>
            <a:lvl2pPr marL="1511925" indent="0">
              <a:buNone/>
              <a:defRPr sz="6614" b="1"/>
            </a:lvl2pPr>
            <a:lvl3pPr marL="3023850" indent="0">
              <a:buNone/>
              <a:defRPr sz="5952" b="1"/>
            </a:lvl3pPr>
            <a:lvl4pPr marL="4535775" indent="0">
              <a:buNone/>
              <a:defRPr sz="5291" b="1"/>
            </a:lvl4pPr>
            <a:lvl5pPr marL="6047700" indent="0">
              <a:buNone/>
              <a:defRPr sz="5291" b="1"/>
            </a:lvl5pPr>
            <a:lvl6pPr marL="7559625" indent="0">
              <a:buNone/>
              <a:defRPr sz="5291" b="1"/>
            </a:lvl6pPr>
            <a:lvl7pPr marL="9071550" indent="0">
              <a:buNone/>
              <a:defRPr sz="5291" b="1"/>
            </a:lvl7pPr>
            <a:lvl8pPr marL="10583475" indent="0">
              <a:buNone/>
              <a:defRPr sz="5291" b="1"/>
            </a:lvl8pPr>
            <a:lvl9pPr marL="12095400" indent="0">
              <a:buNone/>
              <a:defRPr sz="5291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3" name="Content Placeholder 5">
            <a:extLst>
              <a:ext uri="{FF2B5EF4-FFF2-40B4-BE49-F238E27FC236}">
                <a16:creationId xmlns="" xmlns:a16="http://schemas.microsoft.com/office/drawing/2014/main" id="{98D09B86-E7ED-4920-BA92-AB0E067ED12E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3744730" y="23282479"/>
            <a:ext cx="8225655" cy="12405296"/>
          </a:xfrm>
        </p:spPr>
        <p:txBody>
          <a:bodyPr>
            <a:normAutofit/>
          </a:bodyPr>
          <a:lstStyle>
            <a:lvl1pPr>
              <a:defRPr sz="6109"/>
            </a:lvl1pPr>
            <a:lvl2pPr>
              <a:defRPr sz="5498"/>
            </a:lvl2pPr>
            <a:lvl3pPr>
              <a:defRPr sz="4582"/>
            </a:lvl3pPr>
            <a:lvl4pPr>
              <a:defRPr sz="4123"/>
            </a:lvl4pPr>
            <a:lvl5pPr>
              <a:defRPr sz="4123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="" xmlns:a16="http://schemas.microsoft.com/office/drawing/2014/main" id="{ACBF481C-0501-462A-9055-F05C6EBC9BD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21064205" y="20906047"/>
            <a:ext cx="8225656" cy="1940637"/>
          </a:xfrm>
        </p:spPr>
        <p:txBody>
          <a:bodyPr anchor="ctr">
            <a:noAutofit/>
          </a:bodyPr>
          <a:lstStyle>
            <a:lvl1pPr marL="0" indent="0">
              <a:buNone/>
              <a:defRPr sz="5040" b="1"/>
            </a:lvl1pPr>
            <a:lvl2pPr marL="1511925" indent="0">
              <a:buNone/>
              <a:defRPr sz="6614" b="1"/>
            </a:lvl2pPr>
            <a:lvl3pPr marL="3023850" indent="0">
              <a:buNone/>
              <a:defRPr sz="5952" b="1"/>
            </a:lvl3pPr>
            <a:lvl4pPr marL="4535775" indent="0">
              <a:buNone/>
              <a:defRPr sz="5291" b="1"/>
            </a:lvl4pPr>
            <a:lvl5pPr marL="6047700" indent="0">
              <a:buNone/>
              <a:defRPr sz="5291" b="1"/>
            </a:lvl5pPr>
            <a:lvl6pPr marL="7559625" indent="0">
              <a:buNone/>
              <a:defRPr sz="5291" b="1"/>
            </a:lvl6pPr>
            <a:lvl7pPr marL="9071550" indent="0">
              <a:buNone/>
              <a:defRPr sz="5291" b="1"/>
            </a:lvl7pPr>
            <a:lvl8pPr marL="10583475" indent="0">
              <a:buNone/>
              <a:defRPr sz="5291" b="1"/>
            </a:lvl8pPr>
            <a:lvl9pPr marL="12095400" indent="0">
              <a:buNone/>
              <a:defRPr sz="5291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5" name="Content Placeholder 5">
            <a:extLst>
              <a:ext uri="{FF2B5EF4-FFF2-40B4-BE49-F238E27FC236}">
                <a16:creationId xmlns="" xmlns:a16="http://schemas.microsoft.com/office/drawing/2014/main" id="{D3FA17DB-C773-4398-9382-E81DB317DE41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21064206" y="23282479"/>
            <a:ext cx="8225655" cy="12405296"/>
          </a:xfrm>
        </p:spPr>
        <p:txBody>
          <a:bodyPr>
            <a:normAutofit/>
          </a:bodyPr>
          <a:lstStyle>
            <a:lvl1pPr>
              <a:defRPr sz="6109"/>
            </a:lvl1pPr>
            <a:lvl2pPr>
              <a:defRPr sz="5498"/>
            </a:lvl2pPr>
            <a:lvl3pPr>
              <a:defRPr sz="4582"/>
            </a:lvl3pPr>
            <a:lvl4pPr>
              <a:defRPr sz="4123"/>
            </a:lvl4pPr>
            <a:lvl5pPr>
              <a:defRPr sz="4123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="" xmlns:a16="http://schemas.microsoft.com/office/drawing/2014/main" id="{F1B01D45-1304-47A8-B19B-3D746D6F85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2404466" y="20906047"/>
            <a:ext cx="8225656" cy="1940637"/>
          </a:xfrm>
        </p:spPr>
        <p:txBody>
          <a:bodyPr anchor="ctr">
            <a:noAutofit/>
          </a:bodyPr>
          <a:lstStyle>
            <a:lvl1pPr marL="0" indent="0">
              <a:buNone/>
              <a:defRPr sz="5040" b="1"/>
            </a:lvl1pPr>
            <a:lvl2pPr marL="1511925" indent="0">
              <a:buNone/>
              <a:defRPr sz="6614" b="1"/>
            </a:lvl2pPr>
            <a:lvl3pPr marL="3023850" indent="0">
              <a:buNone/>
              <a:defRPr sz="5952" b="1"/>
            </a:lvl3pPr>
            <a:lvl4pPr marL="4535775" indent="0">
              <a:buNone/>
              <a:defRPr sz="5291" b="1"/>
            </a:lvl4pPr>
            <a:lvl5pPr marL="6047700" indent="0">
              <a:buNone/>
              <a:defRPr sz="5291" b="1"/>
            </a:lvl5pPr>
            <a:lvl6pPr marL="7559625" indent="0">
              <a:buNone/>
              <a:defRPr sz="5291" b="1"/>
            </a:lvl6pPr>
            <a:lvl7pPr marL="9071550" indent="0">
              <a:buNone/>
              <a:defRPr sz="5291" b="1"/>
            </a:lvl7pPr>
            <a:lvl8pPr marL="10583475" indent="0">
              <a:buNone/>
              <a:defRPr sz="5291" b="1"/>
            </a:lvl8pPr>
            <a:lvl9pPr marL="12095400" indent="0">
              <a:buNone/>
              <a:defRPr sz="5291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7" name="Content Placeholder 5">
            <a:extLst>
              <a:ext uri="{FF2B5EF4-FFF2-40B4-BE49-F238E27FC236}">
                <a16:creationId xmlns="" xmlns:a16="http://schemas.microsoft.com/office/drawing/2014/main" id="{CEE00E21-FF80-4A62-9411-00B23C50577A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12404467" y="23282479"/>
            <a:ext cx="8225655" cy="12405296"/>
          </a:xfrm>
        </p:spPr>
        <p:txBody>
          <a:bodyPr>
            <a:normAutofit/>
          </a:bodyPr>
          <a:lstStyle>
            <a:lvl1pPr>
              <a:defRPr sz="6109"/>
            </a:lvl1pPr>
            <a:lvl2pPr>
              <a:defRPr sz="5498"/>
            </a:lvl2pPr>
            <a:lvl3pPr>
              <a:defRPr sz="4582"/>
            </a:lvl3pPr>
            <a:lvl4pPr>
              <a:defRPr sz="4123"/>
            </a:lvl4pPr>
            <a:lvl5pPr>
              <a:defRPr sz="4123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="" xmlns:p14="http://schemas.microsoft.com/office/powerpoint/2010/main" val="371398325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44729" y="2108353"/>
            <a:ext cx="25545132" cy="2186571"/>
          </a:xfrm>
        </p:spPr>
        <p:txBody>
          <a:bodyPr>
            <a:normAutofit/>
          </a:bodyPr>
          <a:lstStyle>
            <a:lvl1pPr>
              <a:defRPr sz="733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="" xmlns:a16="http://schemas.microsoft.com/office/drawing/2014/main" id="{1E6AFDD5-E346-4A70-9D61-94C5F6CEBE5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44730" y="5018366"/>
            <a:ext cx="8225656" cy="1940637"/>
          </a:xfrm>
        </p:spPr>
        <p:txBody>
          <a:bodyPr anchor="ctr">
            <a:noAutofit/>
          </a:bodyPr>
          <a:lstStyle>
            <a:lvl1pPr marL="0" indent="0">
              <a:buNone/>
              <a:defRPr sz="5040" b="1"/>
            </a:lvl1pPr>
            <a:lvl2pPr marL="1511925" indent="0">
              <a:buNone/>
              <a:defRPr sz="6614" b="1"/>
            </a:lvl2pPr>
            <a:lvl3pPr marL="3023850" indent="0">
              <a:buNone/>
              <a:defRPr sz="5952" b="1"/>
            </a:lvl3pPr>
            <a:lvl4pPr marL="4535775" indent="0">
              <a:buNone/>
              <a:defRPr sz="5291" b="1"/>
            </a:lvl4pPr>
            <a:lvl5pPr marL="6047700" indent="0">
              <a:buNone/>
              <a:defRPr sz="5291" b="1"/>
            </a:lvl5pPr>
            <a:lvl6pPr marL="7559625" indent="0">
              <a:buNone/>
              <a:defRPr sz="5291" b="1"/>
            </a:lvl6pPr>
            <a:lvl7pPr marL="9071550" indent="0">
              <a:buNone/>
              <a:defRPr sz="5291" b="1"/>
            </a:lvl7pPr>
            <a:lvl8pPr marL="10583475" indent="0">
              <a:buNone/>
              <a:defRPr sz="5291" b="1"/>
            </a:lvl8pPr>
            <a:lvl9pPr marL="12095400" indent="0">
              <a:buNone/>
              <a:defRPr sz="5291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Content Placeholder 5">
            <a:extLst>
              <a:ext uri="{FF2B5EF4-FFF2-40B4-BE49-F238E27FC236}">
                <a16:creationId xmlns="" xmlns:a16="http://schemas.microsoft.com/office/drawing/2014/main" id="{0EBAAC94-278E-44A4-84D0-18D6B55F839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744730" y="7394798"/>
            <a:ext cx="8225655" cy="12405296"/>
          </a:xfrm>
        </p:spPr>
        <p:txBody>
          <a:bodyPr>
            <a:normAutofit/>
          </a:bodyPr>
          <a:lstStyle>
            <a:lvl1pPr>
              <a:defRPr sz="6109"/>
            </a:lvl1pPr>
            <a:lvl2pPr>
              <a:defRPr sz="5498"/>
            </a:lvl2pPr>
            <a:lvl3pPr>
              <a:defRPr sz="4582"/>
            </a:lvl3pPr>
            <a:lvl4pPr>
              <a:defRPr sz="4123"/>
            </a:lvl4pPr>
            <a:lvl5pPr>
              <a:defRPr sz="4123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="" xmlns:a16="http://schemas.microsoft.com/office/drawing/2014/main" id="{7D57A3E7-9A4F-4A1C-93B0-8370D584F9E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1064205" y="5018366"/>
            <a:ext cx="8225656" cy="1940637"/>
          </a:xfrm>
        </p:spPr>
        <p:txBody>
          <a:bodyPr anchor="ctr">
            <a:noAutofit/>
          </a:bodyPr>
          <a:lstStyle>
            <a:lvl1pPr marL="0" indent="0">
              <a:buNone/>
              <a:defRPr sz="5040" b="1"/>
            </a:lvl1pPr>
            <a:lvl2pPr marL="1511925" indent="0">
              <a:buNone/>
              <a:defRPr sz="6614" b="1"/>
            </a:lvl2pPr>
            <a:lvl3pPr marL="3023850" indent="0">
              <a:buNone/>
              <a:defRPr sz="5952" b="1"/>
            </a:lvl3pPr>
            <a:lvl4pPr marL="4535775" indent="0">
              <a:buNone/>
              <a:defRPr sz="5291" b="1"/>
            </a:lvl4pPr>
            <a:lvl5pPr marL="6047700" indent="0">
              <a:buNone/>
              <a:defRPr sz="5291" b="1"/>
            </a:lvl5pPr>
            <a:lvl6pPr marL="7559625" indent="0">
              <a:buNone/>
              <a:defRPr sz="5291" b="1"/>
            </a:lvl6pPr>
            <a:lvl7pPr marL="9071550" indent="0">
              <a:buNone/>
              <a:defRPr sz="5291" b="1"/>
            </a:lvl7pPr>
            <a:lvl8pPr marL="10583475" indent="0">
              <a:buNone/>
              <a:defRPr sz="5291" b="1"/>
            </a:lvl8pPr>
            <a:lvl9pPr marL="12095400" indent="0">
              <a:buNone/>
              <a:defRPr sz="5291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9" name="Content Placeholder 5">
            <a:extLst>
              <a:ext uri="{FF2B5EF4-FFF2-40B4-BE49-F238E27FC236}">
                <a16:creationId xmlns="" xmlns:a16="http://schemas.microsoft.com/office/drawing/2014/main" id="{DBB12901-663D-4D56-B1B6-1CD8BBB0CAFA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21064206" y="7394798"/>
            <a:ext cx="8225655" cy="28292977"/>
          </a:xfrm>
        </p:spPr>
        <p:txBody>
          <a:bodyPr>
            <a:normAutofit/>
          </a:bodyPr>
          <a:lstStyle>
            <a:lvl1pPr>
              <a:defRPr sz="6109"/>
            </a:lvl1pPr>
            <a:lvl2pPr>
              <a:defRPr sz="5498"/>
            </a:lvl2pPr>
            <a:lvl3pPr>
              <a:defRPr sz="4582"/>
            </a:lvl3pPr>
            <a:lvl4pPr>
              <a:defRPr sz="4123"/>
            </a:lvl4pPr>
            <a:lvl5pPr>
              <a:defRPr sz="4123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="" xmlns:a16="http://schemas.microsoft.com/office/drawing/2014/main" id="{CEAB9592-7299-4155-BE84-29F589DA685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2404466" y="5018366"/>
            <a:ext cx="8225656" cy="1940637"/>
          </a:xfrm>
        </p:spPr>
        <p:txBody>
          <a:bodyPr anchor="ctr">
            <a:noAutofit/>
          </a:bodyPr>
          <a:lstStyle>
            <a:lvl1pPr marL="0" indent="0">
              <a:buNone/>
              <a:defRPr sz="5040" b="1"/>
            </a:lvl1pPr>
            <a:lvl2pPr marL="1511925" indent="0">
              <a:buNone/>
              <a:defRPr sz="6614" b="1"/>
            </a:lvl2pPr>
            <a:lvl3pPr marL="3023850" indent="0">
              <a:buNone/>
              <a:defRPr sz="5952" b="1"/>
            </a:lvl3pPr>
            <a:lvl4pPr marL="4535775" indent="0">
              <a:buNone/>
              <a:defRPr sz="5291" b="1"/>
            </a:lvl4pPr>
            <a:lvl5pPr marL="6047700" indent="0">
              <a:buNone/>
              <a:defRPr sz="5291" b="1"/>
            </a:lvl5pPr>
            <a:lvl6pPr marL="7559625" indent="0">
              <a:buNone/>
              <a:defRPr sz="5291" b="1"/>
            </a:lvl6pPr>
            <a:lvl7pPr marL="9071550" indent="0">
              <a:buNone/>
              <a:defRPr sz="5291" b="1"/>
            </a:lvl7pPr>
            <a:lvl8pPr marL="10583475" indent="0">
              <a:buNone/>
              <a:defRPr sz="5291" b="1"/>
            </a:lvl8pPr>
            <a:lvl9pPr marL="12095400" indent="0">
              <a:buNone/>
              <a:defRPr sz="5291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1" name="Content Placeholder 5">
            <a:extLst>
              <a:ext uri="{FF2B5EF4-FFF2-40B4-BE49-F238E27FC236}">
                <a16:creationId xmlns="" xmlns:a16="http://schemas.microsoft.com/office/drawing/2014/main" id="{61174D4D-DE8E-4C02-8A47-0B98E8F340A4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2404467" y="7394798"/>
            <a:ext cx="8225655" cy="12405296"/>
          </a:xfrm>
        </p:spPr>
        <p:txBody>
          <a:bodyPr>
            <a:normAutofit/>
          </a:bodyPr>
          <a:lstStyle>
            <a:lvl1pPr>
              <a:defRPr sz="6109"/>
            </a:lvl1pPr>
            <a:lvl2pPr>
              <a:defRPr sz="5498"/>
            </a:lvl2pPr>
            <a:lvl3pPr>
              <a:defRPr sz="4582"/>
            </a:lvl3pPr>
            <a:lvl4pPr>
              <a:defRPr sz="4123"/>
            </a:lvl4pPr>
            <a:lvl5pPr>
              <a:defRPr sz="4123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="" xmlns:a16="http://schemas.microsoft.com/office/drawing/2014/main" id="{63AD4C10-DB7D-4BB3-93C7-48EFE97657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744730" y="20906047"/>
            <a:ext cx="8225656" cy="1940637"/>
          </a:xfrm>
        </p:spPr>
        <p:txBody>
          <a:bodyPr anchor="ctr">
            <a:noAutofit/>
          </a:bodyPr>
          <a:lstStyle>
            <a:lvl1pPr marL="0" indent="0">
              <a:buNone/>
              <a:defRPr sz="5040" b="1"/>
            </a:lvl1pPr>
            <a:lvl2pPr marL="1511925" indent="0">
              <a:buNone/>
              <a:defRPr sz="6614" b="1"/>
            </a:lvl2pPr>
            <a:lvl3pPr marL="3023850" indent="0">
              <a:buNone/>
              <a:defRPr sz="5952" b="1"/>
            </a:lvl3pPr>
            <a:lvl4pPr marL="4535775" indent="0">
              <a:buNone/>
              <a:defRPr sz="5291" b="1"/>
            </a:lvl4pPr>
            <a:lvl5pPr marL="6047700" indent="0">
              <a:buNone/>
              <a:defRPr sz="5291" b="1"/>
            </a:lvl5pPr>
            <a:lvl6pPr marL="7559625" indent="0">
              <a:buNone/>
              <a:defRPr sz="5291" b="1"/>
            </a:lvl6pPr>
            <a:lvl7pPr marL="9071550" indent="0">
              <a:buNone/>
              <a:defRPr sz="5291" b="1"/>
            </a:lvl7pPr>
            <a:lvl8pPr marL="10583475" indent="0">
              <a:buNone/>
              <a:defRPr sz="5291" b="1"/>
            </a:lvl8pPr>
            <a:lvl9pPr marL="12095400" indent="0">
              <a:buNone/>
              <a:defRPr sz="5291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3" name="Content Placeholder 5">
            <a:extLst>
              <a:ext uri="{FF2B5EF4-FFF2-40B4-BE49-F238E27FC236}">
                <a16:creationId xmlns="" xmlns:a16="http://schemas.microsoft.com/office/drawing/2014/main" id="{98D09B86-E7ED-4920-BA92-AB0E067ED12E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3744730" y="23282479"/>
            <a:ext cx="8225655" cy="12405296"/>
          </a:xfrm>
        </p:spPr>
        <p:txBody>
          <a:bodyPr>
            <a:normAutofit/>
          </a:bodyPr>
          <a:lstStyle>
            <a:lvl1pPr>
              <a:defRPr sz="6109"/>
            </a:lvl1pPr>
            <a:lvl2pPr>
              <a:defRPr sz="5498"/>
            </a:lvl2pPr>
            <a:lvl3pPr>
              <a:defRPr sz="4582"/>
            </a:lvl3pPr>
            <a:lvl4pPr>
              <a:defRPr sz="4123"/>
            </a:lvl4pPr>
            <a:lvl5pPr>
              <a:defRPr sz="4123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="" xmlns:a16="http://schemas.microsoft.com/office/drawing/2014/main" id="{F1B01D45-1304-47A8-B19B-3D746D6F85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2404466" y="20906047"/>
            <a:ext cx="8225656" cy="1940637"/>
          </a:xfrm>
        </p:spPr>
        <p:txBody>
          <a:bodyPr anchor="ctr">
            <a:noAutofit/>
          </a:bodyPr>
          <a:lstStyle>
            <a:lvl1pPr marL="0" indent="0">
              <a:buNone/>
              <a:defRPr sz="5040" b="1"/>
            </a:lvl1pPr>
            <a:lvl2pPr marL="1511925" indent="0">
              <a:buNone/>
              <a:defRPr sz="6614" b="1"/>
            </a:lvl2pPr>
            <a:lvl3pPr marL="3023850" indent="0">
              <a:buNone/>
              <a:defRPr sz="5952" b="1"/>
            </a:lvl3pPr>
            <a:lvl4pPr marL="4535775" indent="0">
              <a:buNone/>
              <a:defRPr sz="5291" b="1"/>
            </a:lvl4pPr>
            <a:lvl5pPr marL="6047700" indent="0">
              <a:buNone/>
              <a:defRPr sz="5291" b="1"/>
            </a:lvl5pPr>
            <a:lvl6pPr marL="7559625" indent="0">
              <a:buNone/>
              <a:defRPr sz="5291" b="1"/>
            </a:lvl6pPr>
            <a:lvl7pPr marL="9071550" indent="0">
              <a:buNone/>
              <a:defRPr sz="5291" b="1"/>
            </a:lvl7pPr>
            <a:lvl8pPr marL="10583475" indent="0">
              <a:buNone/>
              <a:defRPr sz="5291" b="1"/>
            </a:lvl8pPr>
            <a:lvl9pPr marL="12095400" indent="0">
              <a:buNone/>
              <a:defRPr sz="5291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7" name="Content Placeholder 5">
            <a:extLst>
              <a:ext uri="{FF2B5EF4-FFF2-40B4-BE49-F238E27FC236}">
                <a16:creationId xmlns="" xmlns:a16="http://schemas.microsoft.com/office/drawing/2014/main" id="{CEE00E21-FF80-4A62-9411-00B23C50577A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12404467" y="23282479"/>
            <a:ext cx="8225655" cy="12405296"/>
          </a:xfrm>
        </p:spPr>
        <p:txBody>
          <a:bodyPr>
            <a:normAutofit/>
          </a:bodyPr>
          <a:lstStyle>
            <a:lvl1pPr>
              <a:defRPr sz="6109"/>
            </a:lvl1pPr>
            <a:lvl2pPr>
              <a:defRPr sz="5498"/>
            </a:lvl2pPr>
            <a:lvl3pPr>
              <a:defRPr sz="4582"/>
            </a:lvl3pPr>
            <a:lvl4pPr>
              <a:defRPr sz="4123"/>
            </a:lvl4pPr>
            <a:lvl5pPr>
              <a:defRPr sz="4123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="" xmlns:p14="http://schemas.microsoft.com/office/powerpoint/2010/main" val="16501671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079020" y="2108352"/>
            <a:ext cx="26082248" cy="76542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79020" y="10541716"/>
            <a:ext cx="26082248" cy="251259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079020" y="36703516"/>
            <a:ext cx="6804065" cy="21083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96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42E794-AD7C-42F3-A9CF-3A1E5AD0A3E6}" type="datetimeFigureOut">
              <a:rPr lang="en-US" smtClean="0"/>
              <a:pPr/>
              <a:t>6/3/2025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017096" y="36703516"/>
            <a:ext cx="10206097" cy="21083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96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1357203" y="36703516"/>
            <a:ext cx="6804065" cy="21083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96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AF2C43-E43F-4D95-8F68-525B640901A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1" name="Picture 10" descr="A white paper with blue and purple circles&#10;&#10;Description automatically generated">
            <a:extLst>
              <a:ext uri="{FF2B5EF4-FFF2-40B4-BE49-F238E27FC236}">
                <a16:creationId xmlns="" xmlns:a16="http://schemas.microsoft.com/office/drawing/2014/main" id="{2BD806FA-59CB-6D58-7F3A-D31ACCA6A94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7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l="2043" r="2043"/>
          <a:stretch/>
        </p:blipFill>
        <p:spPr>
          <a:xfrm>
            <a:off x="-1" y="0"/>
            <a:ext cx="30240289" cy="39600188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22926088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78" r:id="rId13"/>
    <p:sldLayoutId id="2147483681" r:id="rId14"/>
    <p:sldLayoutId id="2147483682" r:id="rId15"/>
  </p:sldLayoutIdLst>
  <p:txStyles>
    <p:titleStyle>
      <a:lvl1pPr algn="l" defTabSz="3024012" rtl="0" eaLnBrk="1" latinLnBrk="0" hangingPunct="1">
        <a:lnSpc>
          <a:spcPct val="90000"/>
        </a:lnSpc>
        <a:spcBef>
          <a:spcPct val="0"/>
        </a:spcBef>
        <a:buNone/>
        <a:defRPr sz="1455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56003" indent="-756003" algn="l" defTabSz="3024012" rtl="0" eaLnBrk="1" latinLnBrk="0" hangingPunct="1">
        <a:lnSpc>
          <a:spcPct val="90000"/>
        </a:lnSpc>
        <a:spcBef>
          <a:spcPts val="3307"/>
        </a:spcBef>
        <a:buFont typeface="Arial" panose="020B0604020202020204" pitchFamily="34" charset="0"/>
        <a:buChar char="•"/>
        <a:defRPr sz="9260" kern="1200">
          <a:solidFill>
            <a:schemeClr val="tx1"/>
          </a:solidFill>
          <a:latin typeface="+mn-lt"/>
          <a:ea typeface="+mn-ea"/>
          <a:cs typeface="+mn-cs"/>
        </a:defRPr>
      </a:lvl1pPr>
      <a:lvl2pPr marL="2268009" indent="-756003" algn="l" defTabSz="3024012" rtl="0" eaLnBrk="1" latinLnBrk="0" hangingPunct="1">
        <a:lnSpc>
          <a:spcPct val="90000"/>
        </a:lnSpc>
        <a:spcBef>
          <a:spcPts val="1654"/>
        </a:spcBef>
        <a:buFont typeface="Arial" panose="020B0604020202020204" pitchFamily="34" charset="0"/>
        <a:buChar char="•"/>
        <a:defRPr sz="7937" kern="1200">
          <a:solidFill>
            <a:schemeClr val="tx1"/>
          </a:solidFill>
          <a:latin typeface="+mn-lt"/>
          <a:ea typeface="+mn-ea"/>
          <a:cs typeface="+mn-cs"/>
        </a:defRPr>
      </a:lvl2pPr>
      <a:lvl3pPr marL="3780015" indent="-756003" algn="l" defTabSz="3024012" rtl="0" eaLnBrk="1" latinLnBrk="0" hangingPunct="1">
        <a:lnSpc>
          <a:spcPct val="90000"/>
        </a:lnSpc>
        <a:spcBef>
          <a:spcPts val="1654"/>
        </a:spcBef>
        <a:buFont typeface="Arial" panose="020B0604020202020204" pitchFamily="34" charset="0"/>
        <a:buChar char="•"/>
        <a:defRPr sz="6614" kern="1200">
          <a:solidFill>
            <a:schemeClr val="tx1"/>
          </a:solidFill>
          <a:latin typeface="+mn-lt"/>
          <a:ea typeface="+mn-ea"/>
          <a:cs typeface="+mn-cs"/>
        </a:defRPr>
      </a:lvl3pPr>
      <a:lvl4pPr marL="5292021" indent="-756003" algn="l" defTabSz="3024012" rtl="0" eaLnBrk="1" latinLnBrk="0" hangingPunct="1">
        <a:lnSpc>
          <a:spcPct val="90000"/>
        </a:lnSpc>
        <a:spcBef>
          <a:spcPts val="1654"/>
        </a:spcBef>
        <a:buFont typeface="Arial" panose="020B0604020202020204" pitchFamily="34" charset="0"/>
        <a:buChar char="•"/>
        <a:defRPr sz="5953" kern="1200">
          <a:solidFill>
            <a:schemeClr val="tx1"/>
          </a:solidFill>
          <a:latin typeface="+mn-lt"/>
          <a:ea typeface="+mn-ea"/>
          <a:cs typeface="+mn-cs"/>
        </a:defRPr>
      </a:lvl4pPr>
      <a:lvl5pPr marL="6804028" indent="-756003" algn="l" defTabSz="3024012" rtl="0" eaLnBrk="1" latinLnBrk="0" hangingPunct="1">
        <a:lnSpc>
          <a:spcPct val="90000"/>
        </a:lnSpc>
        <a:spcBef>
          <a:spcPts val="1654"/>
        </a:spcBef>
        <a:buFont typeface="Arial" panose="020B0604020202020204" pitchFamily="34" charset="0"/>
        <a:buChar char="•"/>
        <a:defRPr sz="5953" kern="1200">
          <a:solidFill>
            <a:schemeClr val="tx1"/>
          </a:solidFill>
          <a:latin typeface="+mn-lt"/>
          <a:ea typeface="+mn-ea"/>
          <a:cs typeface="+mn-cs"/>
        </a:defRPr>
      </a:lvl5pPr>
      <a:lvl6pPr marL="8316034" indent="-756003" algn="l" defTabSz="3024012" rtl="0" eaLnBrk="1" latinLnBrk="0" hangingPunct="1">
        <a:lnSpc>
          <a:spcPct val="90000"/>
        </a:lnSpc>
        <a:spcBef>
          <a:spcPts val="1654"/>
        </a:spcBef>
        <a:buFont typeface="Arial" panose="020B0604020202020204" pitchFamily="34" charset="0"/>
        <a:buChar char="•"/>
        <a:defRPr sz="5953" kern="1200">
          <a:solidFill>
            <a:schemeClr val="tx1"/>
          </a:solidFill>
          <a:latin typeface="+mn-lt"/>
          <a:ea typeface="+mn-ea"/>
          <a:cs typeface="+mn-cs"/>
        </a:defRPr>
      </a:lvl6pPr>
      <a:lvl7pPr marL="9828040" indent="-756003" algn="l" defTabSz="3024012" rtl="0" eaLnBrk="1" latinLnBrk="0" hangingPunct="1">
        <a:lnSpc>
          <a:spcPct val="90000"/>
        </a:lnSpc>
        <a:spcBef>
          <a:spcPts val="1654"/>
        </a:spcBef>
        <a:buFont typeface="Arial" panose="020B0604020202020204" pitchFamily="34" charset="0"/>
        <a:buChar char="•"/>
        <a:defRPr sz="5953" kern="1200">
          <a:solidFill>
            <a:schemeClr val="tx1"/>
          </a:solidFill>
          <a:latin typeface="+mn-lt"/>
          <a:ea typeface="+mn-ea"/>
          <a:cs typeface="+mn-cs"/>
        </a:defRPr>
      </a:lvl7pPr>
      <a:lvl8pPr marL="11340046" indent="-756003" algn="l" defTabSz="3024012" rtl="0" eaLnBrk="1" latinLnBrk="0" hangingPunct="1">
        <a:lnSpc>
          <a:spcPct val="90000"/>
        </a:lnSpc>
        <a:spcBef>
          <a:spcPts val="1654"/>
        </a:spcBef>
        <a:buFont typeface="Arial" panose="020B0604020202020204" pitchFamily="34" charset="0"/>
        <a:buChar char="•"/>
        <a:defRPr sz="5953" kern="1200">
          <a:solidFill>
            <a:schemeClr val="tx1"/>
          </a:solidFill>
          <a:latin typeface="+mn-lt"/>
          <a:ea typeface="+mn-ea"/>
          <a:cs typeface="+mn-cs"/>
        </a:defRPr>
      </a:lvl8pPr>
      <a:lvl9pPr marL="12852052" indent="-756003" algn="l" defTabSz="3024012" rtl="0" eaLnBrk="1" latinLnBrk="0" hangingPunct="1">
        <a:lnSpc>
          <a:spcPct val="90000"/>
        </a:lnSpc>
        <a:spcBef>
          <a:spcPts val="1654"/>
        </a:spcBef>
        <a:buFont typeface="Arial" panose="020B0604020202020204" pitchFamily="34" charset="0"/>
        <a:buChar char="•"/>
        <a:defRPr sz="595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024012" rtl="0" eaLnBrk="1" latinLnBrk="0" hangingPunct="1">
        <a:defRPr sz="5953" kern="1200">
          <a:solidFill>
            <a:schemeClr val="tx1"/>
          </a:solidFill>
          <a:latin typeface="+mn-lt"/>
          <a:ea typeface="+mn-ea"/>
          <a:cs typeface="+mn-cs"/>
        </a:defRPr>
      </a:lvl1pPr>
      <a:lvl2pPr marL="1512006" algn="l" defTabSz="3024012" rtl="0" eaLnBrk="1" latinLnBrk="0" hangingPunct="1">
        <a:defRPr sz="5953" kern="1200">
          <a:solidFill>
            <a:schemeClr val="tx1"/>
          </a:solidFill>
          <a:latin typeface="+mn-lt"/>
          <a:ea typeface="+mn-ea"/>
          <a:cs typeface="+mn-cs"/>
        </a:defRPr>
      </a:lvl2pPr>
      <a:lvl3pPr marL="3024012" algn="l" defTabSz="3024012" rtl="0" eaLnBrk="1" latinLnBrk="0" hangingPunct="1">
        <a:defRPr sz="5953" kern="1200">
          <a:solidFill>
            <a:schemeClr val="tx1"/>
          </a:solidFill>
          <a:latin typeface="+mn-lt"/>
          <a:ea typeface="+mn-ea"/>
          <a:cs typeface="+mn-cs"/>
        </a:defRPr>
      </a:lvl3pPr>
      <a:lvl4pPr marL="4536018" algn="l" defTabSz="3024012" rtl="0" eaLnBrk="1" latinLnBrk="0" hangingPunct="1">
        <a:defRPr sz="5953" kern="1200">
          <a:solidFill>
            <a:schemeClr val="tx1"/>
          </a:solidFill>
          <a:latin typeface="+mn-lt"/>
          <a:ea typeface="+mn-ea"/>
          <a:cs typeface="+mn-cs"/>
        </a:defRPr>
      </a:lvl4pPr>
      <a:lvl5pPr marL="6048024" algn="l" defTabSz="3024012" rtl="0" eaLnBrk="1" latinLnBrk="0" hangingPunct="1">
        <a:defRPr sz="5953" kern="1200">
          <a:solidFill>
            <a:schemeClr val="tx1"/>
          </a:solidFill>
          <a:latin typeface="+mn-lt"/>
          <a:ea typeface="+mn-ea"/>
          <a:cs typeface="+mn-cs"/>
        </a:defRPr>
      </a:lvl5pPr>
      <a:lvl6pPr marL="7560031" algn="l" defTabSz="3024012" rtl="0" eaLnBrk="1" latinLnBrk="0" hangingPunct="1">
        <a:defRPr sz="5953" kern="1200">
          <a:solidFill>
            <a:schemeClr val="tx1"/>
          </a:solidFill>
          <a:latin typeface="+mn-lt"/>
          <a:ea typeface="+mn-ea"/>
          <a:cs typeface="+mn-cs"/>
        </a:defRPr>
      </a:lvl6pPr>
      <a:lvl7pPr marL="9072037" algn="l" defTabSz="3024012" rtl="0" eaLnBrk="1" latinLnBrk="0" hangingPunct="1">
        <a:defRPr sz="5953" kern="1200">
          <a:solidFill>
            <a:schemeClr val="tx1"/>
          </a:solidFill>
          <a:latin typeface="+mn-lt"/>
          <a:ea typeface="+mn-ea"/>
          <a:cs typeface="+mn-cs"/>
        </a:defRPr>
      </a:lvl7pPr>
      <a:lvl8pPr marL="10584043" algn="l" defTabSz="3024012" rtl="0" eaLnBrk="1" latinLnBrk="0" hangingPunct="1">
        <a:defRPr sz="5953" kern="1200">
          <a:solidFill>
            <a:schemeClr val="tx1"/>
          </a:solidFill>
          <a:latin typeface="+mn-lt"/>
          <a:ea typeface="+mn-ea"/>
          <a:cs typeface="+mn-cs"/>
        </a:defRPr>
      </a:lvl8pPr>
      <a:lvl9pPr marL="12096049" algn="l" defTabSz="3024012" rtl="0" eaLnBrk="1" latinLnBrk="0" hangingPunct="1">
        <a:defRPr sz="595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="" xmlns:p15="http://schemas.microsoft.com/office/powerpoint/2012/main">
        <p15:guide id="1" orient="horz" pos="2705" userDrawn="1">
          <p15:clr>
            <a:srgbClr val="F26B43"/>
          </p15:clr>
        </p15:guide>
        <p15:guide id="2" pos="10797" userDrawn="1">
          <p15:clr>
            <a:srgbClr val="F26B43"/>
          </p15:clr>
        </p15:guide>
        <p15:guide id="3" pos="2359" userDrawn="1">
          <p15:clr>
            <a:srgbClr val="F26B43"/>
          </p15:clr>
        </p15:guide>
        <p15:guide id="4" orient="horz" pos="3161" userDrawn="1">
          <p15:clr>
            <a:srgbClr val="F26B43"/>
          </p15:clr>
        </p15:guide>
        <p15:guide id="5" orient="horz" pos="22480" userDrawn="1">
          <p15:clr>
            <a:srgbClr val="F26B43"/>
          </p15:clr>
        </p15:guide>
        <p15:guide id="6" pos="1845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jpe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6" name="Rectangle: Rounded Corners 1065">
            <a:extLst>
              <a:ext uri="{FF2B5EF4-FFF2-40B4-BE49-F238E27FC236}">
                <a16:creationId xmlns="" xmlns:a16="http://schemas.microsoft.com/office/drawing/2014/main" id="{F597B3B1-9B9A-B778-6F2E-E86DAEB9601E}"/>
              </a:ext>
            </a:extLst>
          </p:cNvPr>
          <p:cNvSpPr/>
          <p:nvPr/>
        </p:nvSpPr>
        <p:spPr>
          <a:xfrm>
            <a:off x="762000" y="12530805"/>
            <a:ext cx="14274800" cy="4389511"/>
          </a:xfrm>
          <a:prstGeom prst="roundRect">
            <a:avLst/>
          </a:prstGeom>
          <a:solidFill>
            <a:schemeClr val="accent6">
              <a:lumMod val="60000"/>
              <a:lumOff val="40000"/>
              <a:alpha val="23922"/>
            </a:schemeClr>
          </a:solidFill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1067" name="Rectangle: Rounded Corners 1066">
            <a:extLst>
              <a:ext uri="{FF2B5EF4-FFF2-40B4-BE49-F238E27FC236}">
                <a16:creationId xmlns="" xmlns:a16="http://schemas.microsoft.com/office/drawing/2014/main" id="{9603272C-58A0-CD05-7392-740B511ABBFA}"/>
              </a:ext>
            </a:extLst>
          </p:cNvPr>
          <p:cNvSpPr/>
          <p:nvPr/>
        </p:nvSpPr>
        <p:spPr>
          <a:xfrm>
            <a:off x="15951201" y="12582039"/>
            <a:ext cx="13349088" cy="4361223"/>
          </a:xfrm>
          <a:prstGeom prst="roundRect">
            <a:avLst/>
          </a:prstGeom>
          <a:solidFill>
            <a:schemeClr val="accent6">
              <a:lumMod val="60000"/>
              <a:lumOff val="40000"/>
              <a:alpha val="23922"/>
            </a:schemeClr>
          </a:solidFill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pic>
        <p:nvPicPr>
          <p:cNvPr id="1028" name="Picture 4" descr="NIT Durgapur Recruitment 2022 - ITI Education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562847" y="35590792"/>
            <a:ext cx="2557145" cy="2557145"/>
          </a:xfrm>
          <a:prstGeom prst="rect">
            <a:avLst/>
          </a:prstGeom>
          <a:noFill/>
        </p:spPr>
      </p:pic>
      <p:sp>
        <p:nvSpPr>
          <p:cNvPr id="27" name="Rectangle 26">
            <a:extLst>
              <a:ext uri="{FF2B5EF4-FFF2-40B4-BE49-F238E27FC236}">
                <a16:creationId xmlns="" xmlns:a16="http://schemas.microsoft.com/office/drawing/2014/main" id="{0A1E4A47-6A61-4104-AB38-4211314537DD}"/>
              </a:ext>
            </a:extLst>
          </p:cNvPr>
          <p:cNvSpPr/>
          <p:nvPr/>
        </p:nvSpPr>
        <p:spPr>
          <a:xfrm>
            <a:off x="568956" y="11180846"/>
            <a:ext cx="14273111" cy="1058428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dirty="0">
                <a:solidFill>
                  <a:schemeClr val="bg1"/>
                </a:solidFill>
              </a:rPr>
              <a:t>Background</a:t>
            </a:r>
          </a:p>
          <a:p>
            <a:pPr algn="ctr"/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="" xmlns:a16="http://schemas.microsoft.com/office/drawing/2014/main" id="{9FF12079-497A-43BB-ACBA-1FA3A456E7EC}"/>
              </a:ext>
            </a:extLst>
          </p:cNvPr>
          <p:cNvSpPr/>
          <p:nvPr/>
        </p:nvSpPr>
        <p:spPr>
          <a:xfrm>
            <a:off x="15631991" y="11180847"/>
            <a:ext cx="13476409" cy="1011154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dirty="0">
                <a:solidFill>
                  <a:schemeClr val="bg1"/>
                </a:solidFill>
              </a:rPr>
              <a:t>Contributions</a:t>
            </a:r>
          </a:p>
          <a:p>
            <a:pPr algn="ctr"/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="" xmlns:a16="http://schemas.microsoft.com/office/drawing/2014/main" id="{1FCAEEB3-12C2-4334-8C8D-7535F5769A35}"/>
              </a:ext>
            </a:extLst>
          </p:cNvPr>
          <p:cNvSpPr/>
          <p:nvPr/>
        </p:nvSpPr>
        <p:spPr>
          <a:xfrm>
            <a:off x="568956" y="17685511"/>
            <a:ext cx="29162775" cy="1039091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dirty="0">
                <a:solidFill>
                  <a:schemeClr val="bg1"/>
                </a:solidFill>
              </a:rPr>
              <a:t>Methods and Results</a:t>
            </a:r>
          </a:p>
          <a:p>
            <a:pPr algn="ctr"/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="" xmlns:a16="http://schemas.microsoft.com/office/drawing/2014/main" id="{74A8AE63-67BA-4EC9-BB80-44D7863ED705}"/>
              </a:ext>
            </a:extLst>
          </p:cNvPr>
          <p:cNvSpPr/>
          <p:nvPr/>
        </p:nvSpPr>
        <p:spPr>
          <a:xfrm>
            <a:off x="568956" y="30238788"/>
            <a:ext cx="14554461" cy="1039091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dirty="0">
                <a:solidFill>
                  <a:schemeClr val="bg1"/>
                </a:solidFill>
              </a:rPr>
              <a:t>Conclusion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="" xmlns:a16="http://schemas.microsoft.com/office/drawing/2014/main" id="{236BAD28-D2EC-4C98-933B-81ADC16C996E}"/>
              </a:ext>
            </a:extLst>
          </p:cNvPr>
          <p:cNvSpPr txBox="1"/>
          <p:nvPr/>
        </p:nvSpPr>
        <p:spPr>
          <a:xfrm>
            <a:off x="17088950" y="13055317"/>
            <a:ext cx="13151338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IN" sz="4400" dirty="0">
                <a:latin typeface="Arial" pitchFamily="34" charset="0"/>
                <a:cs typeface="Arial" pitchFamily="34" charset="0"/>
              </a:rPr>
              <a:t>    </a:t>
            </a:r>
            <a:r>
              <a:rPr lang="en-IN" sz="4400" dirty="0" smtClean="0">
                <a:latin typeface="Arial" pitchFamily="34" charset="0"/>
                <a:cs typeface="Arial" pitchFamily="34" charset="0"/>
              </a:rPr>
              <a:t>Introduced  </a:t>
            </a:r>
            <a:r>
              <a:rPr lang="en-IN" sz="4400" dirty="0" err="1" smtClean="0">
                <a:latin typeface="Arial" pitchFamily="34" charset="0"/>
                <a:cs typeface="Arial" pitchFamily="34" charset="0"/>
              </a:rPr>
              <a:t>NorViVQA</a:t>
            </a:r>
            <a:r>
              <a:rPr lang="en-IN" sz="4400" dirty="0" smtClean="0">
                <a:latin typeface="Arial" pitchFamily="34" charset="0"/>
                <a:cs typeface="Arial" pitchFamily="34" charset="0"/>
              </a:rPr>
              <a:t>  for low-vision  users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IN" sz="4400" dirty="0" smtClean="0">
                <a:latin typeface="Arial" pitchFamily="34" charset="0"/>
                <a:cs typeface="Arial" pitchFamily="34" charset="0"/>
              </a:rPr>
              <a:t>    Real-World Accessibility Focus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IN" sz="4400" dirty="0" smtClean="0">
                <a:latin typeface="Arial" pitchFamily="34" charset="0"/>
                <a:cs typeface="Arial" pitchFamily="34" charset="0"/>
              </a:rPr>
              <a:t>    CLIP-based Learning </a:t>
            </a:r>
            <a:r>
              <a:rPr lang="en-IN" sz="4400" dirty="0" smtClean="0">
                <a:latin typeface="Arial" pitchFamily="34" charset="0"/>
                <a:cs typeface="Arial" pitchFamily="34" charset="0"/>
              </a:rPr>
              <a:t>Pipeline [1]</a:t>
            </a:r>
            <a:endParaRPr lang="en-IN" sz="4400" dirty="0" smtClean="0">
              <a:latin typeface="Arial" pitchFamily="34" charset="0"/>
              <a:cs typeface="Arial" pitchFamily="34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IN" sz="4400" dirty="0" smtClean="0">
                <a:latin typeface="Arial" pitchFamily="34" charset="0"/>
                <a:cs typeface="Arial" pitchFamily="34" charset="0"/>
              </a:rPr>
              <a:t>    Baseline Benchmarking</a:t>
            </a:r>
            <a:endParaRPr lang="en-IN" sz="44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="" xmlns:a16="http://schemas.microsoft.com/office/drawing/2014/main" id="{2667A033-6069-42E2-939B-72228954C385}"/>
              </a:ext>
            </a:extLst>
          </p:cNvPr>
          <p:cNvSpPr txBox="1"/>
          <p:nvPr/>
        </p:nvSpPr>
        <p:spPr>
          <a:xfrm>
            <a:off x="1393550" y="12860547"/>
            <a:ext cx="14554461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4800" dirty="0">
                <a:latin typeface="Arial" panose="020B0604020202020204" pitchFamily="34" charset="0"/>
                <a:cs typeface="Arial" panose="020B0604020202020204" pitchFamily="34" charset="0"/>
              </a:rPr>
              <a:t>Recent </a:t>
            </a:r>
            <a:r>
              <a:rPr lang="en-US" sz="4800" dirty="0" smtClean="0">
                <a:latin typeface="Arial" panose="020B0604020202020204" pitchFamily="34" charset="0"/>
                <a:cs typeface="Arial" panose="020B0604020202020204" pitchFamily="34" charset="0"/>
              </a:rPr>
              <a:t>Low-resource </a:t>
            </a:r>
            <a:r>
              <a:rPr lang="en-US" sz="4800" dirty="0" smtClean="0">
                <a:latin typeface="Arial" panose="020B0604020202020204" pitchFamily="34" charset="0"/>
                <a:cs typeface="Arial" panose="020B0604020202020204" pitchFamily="34" charset="0"/>
              </a:rPr>
              <a:t>VQA </a:t>
            </a:r>
            <a:r>
              <a:rPr lang="en-US" sz="4800" dirty="0" smtClean="0">
                <a:latin typeface="Arial" panose="020B0604020202020204" pitchFamily="34" charset="0"/>
                <a:cs typeface="Arial" panose="020B0604020202020204" pitchFamily="34" charset="0"/>
              </a:rPr>
              <a:t>methods </a:t>
            </a:r>
            <a:r>
              <a:rPr lang="en-US" sz="4800" dirty="0">
                <a:latin typeface="Arial" panose="020B0604020202020204" pitchFamily="34" charset="0"/>
                <a:cs typeface="Arial" panose="020B0604020202020204" pitchFamily="34" charset="0"/>
              </a:rPr>
              <a:t>suffers</a:t>
            </a:r>
            <a:r>
              <a:rPr lang="en-US" sz="44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571500" indent="-571500" algn="just">
              <a:buFont typeface="Wingdings" panose="05000000000000000000" pitchFamily="2" charset="2"/>
              <a:buChar char="ü"/>
            </a:pPr>
            <a:r>
              <a:rPr lang="en-GB" sz="4400" dirty="0" smtClean="0">
                <a:latin typeface="Arial" panose="020B0604020202020204" pitchFamily="34" charset="0"/>
                <a:cs typeface="Arial" panose="020B0604020202020204" pitchFamily="34" charset="0"/>
              </a:rPr>
              <a:t>Most VQA systems are developed  for English</a:t>
            </a:r>
            <a:endParaRPr lang="en-US" sz="4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71500" indent="-571500" algn="just">
              <a:buFont typeface="Wingdings" panose="05000000000000000000" pitchFamily="2" charset="2"/>
              <a:buChar char="ü"/>
            </a:pPr>
            <a:r>
              <a:rPr lang="en-GB" sz="4400" dirty="0" smtClean="0">
                <a:latin typeface="Arial" panose="020B0604020202020204" pitchFamily="34" charset="0"/>
                <a:cs typeface="Arial" panose="020B0604020202020204" pitchFamily="34" charset="0"/>
              </a:rPr>
              <a:t>Limited Accessibility for VI Users</a:t>
            </a:r>
            <a:endParaRPr lang="en-US" sz="4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71500" indent="-571500" algn="just">
              <a:buFont typeface="Wingdings" panose="05000000000000000000" pitchFamily="2" charset="2"/>
              <a:buChar char="ü"/>
            </a:pPr>
            <a:r>
              <a:rPr lang="en-GB" sz="4400" dirty="0" smtClean="0">
                <a:latin typeface="Arial" panose="020B0604020202020204" pitchFamily="34" charset="0"/>
                <a:cs typeface="Arial" panose="020B0604020202020204" pitchFamily="34" charset="0"/>
              </a:rPr>
              <a:t>High Computational Demands of LLMs and LVMs</a:t>
            </a:r>
            <a:endParaRPr lang="en-US" sz="4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71500" indent="-571500" algn="just">
              <a:buFont typeface="Wingdings" panose="05000000000000000000" pitchFamily="2" charset="2"/>
              <a:buChar char="ü"/>
            </a:pPr>
            <a:r>
              <a:rPr lang="en-GB" sz="4400" dirty="0" smtClean="0">
                <a:latin typeface="Arial" panose="020B0604020202020204" pitchFamily="34" charset="0"/>
                <a:cs typeface="Arial" panose="020B0604020202020204" pitchFamily="34" charset="0"/>
              </a:rPr>
              <a:t>Need for Inclusive, Sustainable AI</a:t>
            </a:r>
            <a:endParaRPr lang="en-IN" sz="4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="" xmlns:a16="http://schemas.microsoft.com/office/drawing/2014/main" id="{F716B69F-4D50-4CE2-8B63-609BB676F343}"/>
              </a:ext>
            </a:extLst>
          </p:cNvPr>
          <p:cNvSpPr txBox="1"/>
          <p:nvPr/>
        </p:nvSpPr>
        <p:spPr>
          <a:xfrm>
            <a:off x="15742750" y="24521208"/>
            <a:ext cx="14497538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Figure:</a:t>
            </a:r>
            <a:r>
              <a:rPr lang="en-GB" sz="4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4000" dirty="0" smtClean="0">
                <a:latin typeface="Arial" panose="020B0604020202020204" pitchFamily="34" charset="0"/>
                <a:cs typeface="Arial" panose="020B0604020202020204" pitchFamily="34" charset="0"/>
              </a:rPr>
              <a:t>Sunburst diagram showing the distribution of the first four words in questions from the </a:t>
            </a:r>
            <a:r>
              <a:rPr lang="en-GB" sz="4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VizWiz</a:t>
            </a:r>
            <a:r>
              <a:rPr lang="en-GB" sz="4000" dirty="0" smtClean="0">
                <a:latin typeface="Arial" panose="020B0604020202020204" pitchFamily="34" charset="0"/>
                <a:cs typeface="Arial" panose="020B0604020202020204" pitchFamily="34" charset="0"/>
              </a:rPr>
              <a:t>-VQA [2]</a:t>
            </a:r>
          </a:p>
          <a:p>
            <a:r>
              <a:rPr lang="en-GB" sz="4000" dirty="0" smtClean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GB" sz="4000" dirty="0" smtClean="0">
                <a:latin typeface="Arial" panose="020B0604020202020204" pitchFamily="34" charset="0"/>
                <a:cs typeface="Arial" panose="020B0604020202020204" pitchFamily="34" charset="0"/>
              </a:rPr>
              <a:t>English on the left) and </a:t>
            </a:r>
            <a:r>
              <a:rPr lang="en-GB" sz="4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NorViVQA</a:t>
            </a:r>
            <a:r>
              <a:rPr lang="en-GB" sz="4000" dirty="0" smtClean="0">
                <a:latin typeface="Arial" panose="020B0604020202020204" pitchFamily="34" charset="0"/>
                <a:cs typeface="Arial" panose="020B0604020202020204" pitchFamily="34" charset="0"/>
              </a:rPr>
              <a:t> (Norwegian on the right) datasets.</a:t>
            </a:r>
            <a:endParaRPr lang="en-IN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="" xmlns:a16="http://schemas.microsoft.com/office/drawing/2014/main" id="{BF110A73-1461-4B43-A609-7F816B76FEED}"/>
              </a:ext>
            </a:extLst>
          </p:cNvPr>
          <p:cNvSpPr txBox="1"/>
          <p:nvPr/>
        </p:nvSpPr>
        <p:spPr>
          <a:xfrm>
            <a:off x="891357" y="37845862"/>
            <a:ext cx="2852184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Acknowledgement</a:t>
            </a:r>
            <a:r>
              <a:rPr lang="en-US" sz="8000" b="1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2800" dirty="0">
                <a:cs typeface="Arial" panose="020B0604020202020204" pitchFamily="34" charset="0"/>
              </a:rPr>
              <a:t>The authors would like to thank </a:t>
            </a:r>
            <a:r>
              <a:rPr lang="en-GB" sz="2800" dirty="0" err="1" smtClean="0"/>
              <a:t>eHORIZON</a:t>
            </a:r>
            <a:r>
              <a:rPr lang="en-GB" sz="2800" dirty="0" smtClean="0"/>
              <a:t>-ERC-</a:t>
            </a:r>
            <a:r>
              <a:rPr lang="en-GB" sz="2800" dirty="0" err="1" smtClean="0"/>
              <a:t>POCProject</a:t>
            </a:r>
            <a:r>
              <a:rPr lang="en-GB" sz="2800" dirty="0" smtClean="0"/>
              <a:t>(Spermotile,ProjectID:10112725), theH2020Project(OrganVision,ProjectID:964800),</a:t>
            </a:r>
            <a:r>
              <a:rPr lang="en-GB" sz="2800" dirty="0" err="1" smtClean="0"/>
              <a:t>HORIZONEurope</a:t>
            </a:r>
            <a:r>
              <a:rPr lang="en-GB" sz="2800" dirty="0" smtClean="0"/>
              <a:t>(BETTER,ProjectID:101136262) and the Research Council of Norway Project (</a:t>
            </a:r>
            <a:r>
              <a:rPr lang="en-GB" sz="2800" dirty="0" err="1" smtClean="0"/>
              <a:t>nanoAI</a:t>
            </a:r>
            <a:r>
              <a:rPr lang="en-GB" sz="2800" dirty="0" smtClean="0"/>
              <a:t>, Project ID: </a:t>
            </a:r>
            <a:r>
              <a:rPr lang="en-GB" sz="2800" dirty="0" smtClean="0"/>
              <a:t>325).</a:t>
            </a:r>
            <a:endParaRPr lang="en-IN" sz="2800" dirty="0"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C45A39B3-EA2F-4100-A238-AA42EDD15926}"/>
              </a:ext>
            </a:extLst>
          </p:cNvPr>
          <p:cNvSpPr txBox="1"/>
          <p:nvPr/>
        </p:nvSpPr>
        <p:spPr>
          <a:xfrm>
            <a:off x="395254" y="3892362"/>
            <a:ext cx="29845034" cy="218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800" b="1" dirty="0" err="1" smtClean="0"/>
              <a:t>NorViVQA</a:t>
            </a:r>
            <a:r>
              <a:rPr lang="en-GB" sz="4800" b="1" dirty="0" smtClean="0"/>
              <a:t>: Visual Question Answering for Visually Impaired in Norwegian Language</a:t>
            </a:r>
            <a:endParaRPr lang="en-US" sz="4800" b="1" dirty="0" smtClean="0"/>
          </a:p>
          <a:p>
            <a:pPr algn="ctr"/>
            <a:r>
              <a:rPr lang="en-US" sz="4400" dirty="0" err="1" smtClean="0"/>
              <a:t>Ratnabali</a:t>
            </a:r>
            <a:r>
              <a:rPr lang="en-US" sz="4400" dirty="0" smtClean="0"/>
              <a:t> </a:t>
            </a:r>
            <a:r>
              <a:rPr lang="en-US" sz="4400" dirty="0"/>
              <a:t>Pal </a:t>
            </a:r>
            <a:r>
              <a:rPr lang="en-US" sz="4400" baseline="30000" dirty="0" smtClean="0"/>
              <a:t>1</a:t>
            </a:r>
            <a:r>
              <a:rPr lang="en-US" sz="4400" dirty="0" smtClean="0"/>
              <a:t>, </a:t>
            </a:r>
            <a:r>
              <a:rPr lang="en-US" sz="4400" dirty="0"/>
              <a:t>Samarjit Kar</a:t>
            </a:r>
            <a:r>
              <a:rPr lang="en-US" sz="4400" baseline="30000" dirty="0"/>
              <a:t>1</a:t>
            </a:r>
            <a:r>
              <a:rPr lang="en-US" sz="4400" dirty="0"/>
              <a:t>, </a:t>
            </a:r>
            <a:r>
              <a:rPr lang="en-US" sz="4400" dirty="0" err="1" smtClean="0"/>
              <a:t>Dilip</a:t>
            </a:r>
            <a:r>
              <a:rPr lang="en-US" sz="4400" dirty="0" smtClean="0"/>
              <a:t> K.Prasad</a:t>
            </a:r>
            <a:r>
              <a:rPr lang="en-US" sz="4400" baseline="30000" dirty="0" smtClean="0"/>
              <a:t>2</a:t>
            </a:r>
            <a:endParaRPr lang="en-US" sz="4400" dirty="0"/>
          </a:p>
          <a:p>
            <a:pPr algn="ctr"/>
            <a:r>
              <a:rPr lang="en-US" sz="4400" baseline="30000" dirty="0"/>
              <a:t>1 </a:t>
            </a:r>
            <a:r>
              <a:rPr lang="en-US" sz="4400" dirty="0"/>
              <a:t>National Institute of Technology Durgapur, </a:t>
            </a:r>
            <a:r>
              <a:rPr lang="en-US" sz="4400" dirty="0" smtClean="0"/>
              <a:t>India</a:t>
            </a:r>
            <a:r>
              <a:rPr lang="en-IN" sz="4400" dirty="0" smtClean="0"/>
              <a:t>, </a:t>
            </a:r>
            <a:r>
              <a:rPr lang="en-US" sz="4400" baseline="30000" dirty="0"/>
              <a:t>2</a:t>
            </a:r>
            <a:r>
              <a:rPr lang="en-US" sz="4400" dirty="0"/>
              <a:t> </a:t>
            </a:r>
            <a:r>
              <a:rPr lang="en-IN" sz="4400" dirty="0" err="1"/>
              <a:t>UiT</a:t>
            </a:r>
            <a:r>
              <a:rPr lang="en-IN" sz="4400" dirty="0"/>
              <a:t> The Arctic University of Norway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="" xmlns:a16="http://schemas.microsoft.com/office/drawing/2014/main" id="{498859D3-0B2A-40CC-B520-B3B20D3A773F}"/>
              </a:ext>
            </a:extLst>
          </p:cNvPr>
          <p:cNvSpPr txBox="1"/>
          <p:nvPr/>
        </p:nvSpPr>
        <p:spPr>
          <a:xfrm>
            <a:off x="686672" y="28738012"/>
            <a:ext cx="14400903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 smtClean="0">
                <a:latin typeface="Arial" pitchFamily="34" charset="0"/>
                <a:cs typeface="Arial" pitchFamily="34" charset="0"/>
              </a:rPr>
              <a:t>Table:  </a:t>
            </a:r>
            <a:r>
              <a:rPr lang="en-GB" sz="4400" dirty="0" smtClean="0">
                <a:latin typeface="Arial" pitchFamily="34" charset="0"/>
                <a:cs typeface="Arial" pitchFamily="34" charset="0"/>
              </a:rPr>
              <a:t>Results of proposed baseline VQA module varying different text embeddings</a:t>
            </a:r>
            <a:endParaRPr lang="en-IN" sz="44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="" xmlns:a16="http://schemas.microsoft.com/office/drawing/2014/main" id="{614A147E-021A-4E9F-8474-5476701DF5C0}"/>
              </a:ext>
            </a:extLst>
          </p:cNvPr>
          <p:cNvSpPr/>
          <p:nvPr/>
        </p:nvSpPr>
        <p:spPr>
          <a:xfrm>
            <a:off x="15522129" y="27520542"/>
            <a:ext cx="13809010" cy="1039091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dirty="0">
                <a:solidFill>
                  <a:schemeClr val="bg1"/>
                </a:solidFill>
              </a:rPr>
              <a:t>References</a:t>
            </a:r>
          </a:p>
        </p:txBody>
      </p:sp>
      <p:pic>
        <p:nvPicPr>
          <p:cNvPr id="11" name="Picture 2" descr="C:\Users\Windows\Downloads\CLIP_norsk (1)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8034000" y="6276313"/>
            <a:ext cx="7620000" cy="3738690"/>
          </a:xfrm>
          <a:prstGeom prst="rect">
            <a:avLst/>
          </a:prstGeom>
          <a:noFill/>
        </p:spPr>
      </p:pic>
      <p:pic>
        <p:nvPicPr>
          <p:cNvPr id="20" name="Picture 3" descr="C:\Users\Windows\Downloads\norsk-sun-1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 flipV="1">
            <a:off x="23012399" y="19367498"/>
            <a:ext cx="4649499" cy="4559301"/>
          </a:xfrm>
          <a:prstGeom prst="rect">
            <a:avLst/>
          </a:prstGeom>
          <a:noFill/>
        </p:spPr>
      </p:pic>
      <p:pic>
        <p:nvPicPr>
          <p:cNvPr id="21" name="Picture 4" descr="C:\Users\Windows\Downloads\vizwiz-1.pn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6330323" y="19304000"/>
            <a:ext cx="4751678" cy="4775201"/>
          </a:xfrm>
          <a:prstGeom prst="rect">
            <a:avLst/>
          </a:prstGeom>
          <a:noFill/>
        </p:spPr>
      </p:pic>
      <p:sp>
        <p:nvSpPr>
          <p:cNvPr id="95" name="TextBox 94">
            <a:extLst>
              <a:ext uri="{FF2B5EF4-FFF2-40B4-BE49-F238E27FC236}">
                <a16:creationId xmlns="" xmlns:a16="http://schemas.microsoft.com/office/drawing/2014/main" id="{F716B69F-4D50-4CE2-8B63-609BB676F343}"/>
              </a:ext>
            </a:extLst>
          </p:cNvPr>
          <p:cNvSpPr txBox="1"/>
          <p:nvPr/>
        </p:nvSpPr>
        <p:spPr>
          <a:xfrm>
            <a:off x="15392400" y="9840008"/>
            <a:ext cx="139700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Figure</a:t>
            </a:r>
            <a:r>
              <a:rPr lang="en-US" sz="4000" dirty="0" smtClean="0">
                <a:latin typeface="Arial" panose="020B0604020202020204" pitchFamily="34" charset="0"/>
                <a:cs typeface="Arial" panose="020B0604020202020204" pitchFamily="34" charset="0"/>
              </a:rPr>
              <a:t>: Proposed CLIP pipeline that learns visual concepts from natural language supervision.</a:t>
            </a:r>
            <a:endParaRPr lang="en-IN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Picture 2" descr="C:\Users\Windows\Downloads\ratnabali-vqa-norsk-architecture.jpg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2356166" y="19218274"/>
            <a:ext cx="9226234" cy="4214619"/>
          </a:xfrm>
          <a:prstGeom prst="rect">
            <a:avLst/>
          </a:prstGeom>
          <a:noFill/>
        </p:spPr>
      </p:pic>
      <p:sp>
        <p:nvSpPr>
          <p:cNvPr id="66" name="TextBox 65"/>
          <p:cNvSpPr txBox="1"/>
          <p:nvPr/>
        </p:nvSpPr>
        <p:spPr>
          <a:xfrm>
            <a:off x="762000" y="23774400"/>
            <a:ext cx="118872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400" b="1" dirty="0" smtClean="0">
                <a:latin typeface="Arial" pitchFamily="34" charset="0"/>
                <a:cs typeface="Arial" pitchFamily="34" charset="0"/>
              </a:rPr>
              <a:t>Figure</a:t>
            </a:r>
            <a:r>
              <a:rPr lang="en-GB" sz="4000" dirty="0" smtClean="0">
                <a:latin typeface="Arial" pitchFamily="34" charset="0"/>
                <a:cs typeface="Arial" pitchFamily="34" charset="0"/>
              </a:rPr>
              <a:t>: Architecture </a:t>
            </a:r>
            <a:r>
              <a:rPr lang="en-GB" sz="4000" dirty="0" smtClean="0">
                <a:latin typeface="Arial" pitchFamily="34" charset="0"/>
                <a:cs typeface="Arial" pitchFamily="34" charset="0"/>
              </a:rPr>
              <a:t>of the proposed VQA module</a:t>
            </a:r>
            <a:endParaRPr lang="en-GB" sz="4000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1030" name="Picture 6" descr="C:\Users\Windows\OneDrive\Desktop\NAIS 2025\poster.png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914400" y="5181599"/>
            <a:ext cx="3962400" cy="5486401"/>
          </a:xfrm>
          <a:prstGeom prst="rect">
            <a:avLst/>
          </a:prstGeom>
          <a:noFill/>
        </p:spPr>
      </p:pic>
      <p:graphicFrame>
        <p:nvGraphicFramePr>
          <p:cNvPr id="67" name="Table 66"/>
          <p:cNvGraphicFramePr>
            <a:graphicFrameLocks noGrp="1"/>
          </p:cNvGraphicFramePr>
          <p:nvPr/>
        </p:nvGraphicFramePr>
        <p:xfrm>
          <a:off x="3912659" y="24666117"/>
          <a:ext cx="4432300" cy="4084320"/>
        </p:xfrm>
        <a:graphic>
          <a:graphicData uri="http://schemas.openxmlformats.org/drawingml/2006/table">
            <a:tbl>
              <a:tblPr/>
              <a:tblGrid>
                <a:gridCol w="1828800"/>
                <a:gridCol w="1866900"/>
                <a:gridCol w="736600"/>
              </a:tblGrid>
              <a:tr h="266700">
                <a:tc>
                  <a:txBody>
                    <a:bodyPr/>
                    <a:lstStyle/>
                    <a:p>
                      <a:pPr algn="l" fontAlgn="ctr"/>
                      <a:r>
                        <a:rPr lang="en-GB" sz="1600" b="1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Text Embedding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i="0" u="none" strike="noStrike">
                          <a:solidFill>
                            <a:srgbClr val="000000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600" b="1" i="0" u="none" strike="noStrike">
                          <a:solidFill>
                            <a:srgbClr val="000000"/>
                          </a:solidFill>
                          <a:latin typeface="Arial"/>
                        </a:rPr>
                        <a:t>Score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52500">
                <a:tc>
                  <a:txBody>
                    <a:bodyPr/>
                    <a:lstStyle/>
                    <a:p>
                      <a:pPr algn="l" fontAlgn="ctr"/>
                      <a:r>
                        <a:rPr lang="en-GB" sz="12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 </a:t>
                      </a:r>
                      <a:r>
                        <a:rPr lang="en-GB" sz="1200" b="0" i="0" u="none" strike="noStrike" dirty="0" err="1">
                          <a:solidFill>
                            <a:srgbClr val="000000"/>
                          </a:solidFill>
                          <a:latin typeface="Arial"/>
                        </a:rPr>
                        <a:t>ltg</a:t>
                      </a:r>
                      <a:r>
                        <a:rPr lang="en-GB" sz="12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/norbert3-large [3]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latin typeface="Arial"/>
                        </a:rPr>
                        <a:t>TestTYPEAccuracy(%)</a:t>
                      </a:r>
                      <a:br>
                        <a:rPr lang="en-GB" sz="1200" b="0" i="0" u="none" strike="noStrike">
                          <a:solidFill>
                            <a:srgbClr val="000000"/>
                          </a:solidFill>
                          <a:latin typeface="Arial"/>
                        </a:rPr>
                      </a:br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latin typeface="Arial"/>
                        </a:rPr>
                        <a:t>TestANSAccuracy(%)</a:t>
                      </a:r>
                      <a:br>
                        <a:rPr lang="en-GB" sz="1200" b="0" i="0" u="none" strike="noStrike">
                          <a:solidFill>
                            <a:srgbClr val="000000"/>
                          </a:solidFill>
                          <a:latin typeface="Arial"/>
                        </a:rPr>
                      </a:br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latin typeface="Arial"/>
                        </a:rPr>
                        <a:t>AverageTESTAccuracy(%)</a:t>
                      </a:r>
                      <a:br>
                        <a:rPr lang="en-GB" sz="1200" b="0" i="0" u="none" strike="noStrike">
                          <a:solidFill>
                            <a:srgbClr val="000000"/>
                          </a:solidFill>
                          <a:latin typeface="Arial"/>
                        </a:rPr>
                      </a:br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latin typeface="Arial"/>
                        </a:rPr>
                        <a:t>Test Loss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latin typeface="Arial"/>
                        </a:rPr>
                        <a:t> 67.09</a:t>
                      </a:r>
                      <a:br>
                        <a:rPr lang="en-GB" sz="1200" b="0" i="0" u="none" strike="noStrike">
                          <a:solidFill>
                            <a:srgbClr val="000000"/>
                          </a:solidFill>
                          <a:latin typeface="Arial"/>
                        </a:rPr>
                      </a:br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latin typeface="Arial"/>
                        </a:rPr>
                        <a:t> 34.86</a:t>
                      </a:r>
                      <a:br>
                        <a:rPr lang="en-GB" sz="1200" b="0" i="0" u="none" strike="noStrike">
                          <a:solidFill>
                            <a:srgbClr val="000000"/>
                          </a:solidFill>
                          <a:latin typeface="Arial"/>
                        </a:rPr>
                      </a:br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latin typeface="Arial"/>
                        </a:rPr>
                        <a:t> 50.97</a:t>
                      </a:r>
                      <a:br>
                        <a:rPr lang="en-GB" sz="1200" b="0" i="0" u="none" strike="noStrike">
                          <a:solidFill>
                            <a:srgbClr val="000000"/>
                          </a:solidFill>
                          <a:latin typeface="Arial"/>
                        </a:rPr>
                      </a:br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latin typeface="Arial"/>
                        </a:rPr>
                        <a:t> 120.97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52500">
                <a:tc>
                  <a:txBody>
                    <a:bodyPr/>
                    <a:lstStyle/>
                    <a:p>
                      <a:pPr algn="l" fontAlgn="ctr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latin typeface="Arial"/>
                        </a:rPr>
                        <a:t>NorGLM/NorGPT-3B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latin typeface="Arial"/>
                        </a:rPr>
                        <a:t>TestTYPEAccuracy(%)</a:t>
                      </a:r>
                      <a:br>
                        <a:rPr lang="en-GB" sz="1200" b="0" i="0" u="none" strike="noStrike">
                          <a:solidFill>
                            <a:srgbClr val="000000"/>
                          </a:solidFill>
                          <a:latin typeface="Arial"/>
                        </a:rPr>
                      </a:br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latin typeface="Arial"/>
                        </a:rPr>
                        <a:t>TestANSAccuracy(%)</a:t>
                      </a:r>
                      <a:br>
                        <a:rPr lang="en-GB" sz="1200" b="0" i="0" u="none" strike="noStrike">
                          <a:solidFill>
                            <a:srgbClr val="000000"/>
                          </a:solidFill>
                          <a:latin typeface="Arial"/>
                        </a:rPr>
                      </a:br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latin typeface="Arial"/>
                        </a:rPr>
                        <a:t>AverageTESTAccuracy(%)</a:t>
                      </a:r>
                      <a:br>
                        <a:rPr lang="en-GB" sz="1200" b="0" i="0" u="none" strike="noStrike">
                          <a:solidFill>
                            <a:srgbClr val="000000"/>
                          </a:solidFill>
                          <a:latin typeface="Arial"/>
                        </a:rPr>
                      </a:br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latin typeface="Arial"/>
                        </a:rPr>
                        <a:t>Test Loss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latin typeface="Arial"/>
                        </a:rPr>
                        <a:t> 67.09</a:t>
                      </a:r>
                      <a:br>
                        <a:rPr lang="en-GB" sz="1200" b="0" i="0" u="none" strike="noStrike">
                          <a:solidFill>
                            <a:srgbClr val="000000"/>
                          </a:solidFill>
                          <a:latin typeface="Arial"/>
                        </a:rPr>
                      </a:br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latin typeface="Arial"/>
                        </a:rPr>
                        <a:t> 34.50</a:t>
                      </a:r>
                      <a:br>
                        <a:rPr lang="en-GB" sz="1200" b="0" i="0" u="none" strike="noStrike">
                          <a:solidFill>
                            <a:srgbClr val="000000"/>
                          </a:solidFill>
                          <a:latin typeface="Arial"/>
                        </a:rPr>
                      </a:br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latin typeface="Arial"/>
                        </a:rPr>
                        <a:t> 51.12</a:t>
                      </a:r>
                      <a:br>
                        <a:rPr lang="en-GB" sz="1200" b="0" i="0" u="none" strike="noStrike">
                          <a:solidFill>
                            <a:srgbClr val="000000"/>
                          </a:solidFill>
                          <a:latin typeface="Arial"/>
                        </a:rPr>
                      </a:br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latin typeface="Arial"/>
                        </a:rPr>
                        <a:t> 122.25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algn="l" fontAlgn="ctr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latin typeface="Arial"/>
                        </a:rPr>
                        <a:t>Openai-gpt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latin typeface="Arial"/>
                        </a:rPr>
                        <a:t>TestTYPEAccuracy(%)</a:t>
                      </a:r>
                      <a:br>
                        <a:rPr lang="en-GB" sz="1200" b="0" i="0" u="none" strike="noStrike">
                          <a:solidFill>
                            <a:srgbClr val="000000"/>
                          </a:solidFill>
                          <a:latin typeface="Arial"/>
                        </a:rPr>
                      </a:br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latin typeface="Arial"/>
                        </a:rPr>
                        <a:t>TestANSAccuracy(%)</a:t>
                      </a:r>
                      <a:br>
                        <a:rPr lang="en-GB" sz="1200" b="0" i="0" u="none" strike="noStrike">
                          <a:solidFill>
                            <a:srgbClr val="000000"/>
                          </a:solidFill>
                          <a:latin typeface="Arial"/>
                        </a:rPr>
                      </a:br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latin typeface="Arial"/>
                        </a:rPr>
                        <a:t>AverageTESTAccuracy(%)</a:t>
                      </a:r>
                      <a:br>
                        <a:rPr lang="en-GB" sz="1200" b="0" i="0" u="none" strike="noStrike">
                          <a:solidFill>
                            <a:srgbClr val="000000"/>
                          </a:solidFill>
                          <a:latin typeface="Arial"/>
                        </a:rPr>
                      </a:br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latin typeface="Arial"/>
                        </a:rPr>
                        <a:t>Test Loss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latin typeface="Arial"/>
                        </a:rPr>
                        <a:t>29.02</a:t>
                      </a:r>
                      <a:br>
                        <a:rPr lang="en-GB" sz="1200" b="0" i="0" u="none" strike="noStrike">
                          <a:solidFill>
                            <a:srgbClr val="000000"/>
                          </a:solidFill>
                          <a:latin typeface="Arial"/>
                        </a:rPr>
                      </a:br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latin typeface="Arial"/>
                        </a:rPr>
                        <a:t>0.06</a:t>
                      </a:r>
                      <a:br>
                        <a:rPr lang="en-GB" sz="1200" b="0" i="0" u="none" strike="noStrike">
                          <a:solidFill>
                            <a:srgbClr val="000000"/>
                          </a:solidFill>
                          <a:latin typeface="Arial"/>
                        </a:rPr>
                      </a:br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latin typeface="Arial"/>
                        </a:rPr>
                        <a:t>14.51</a:t>
                      </a:r>
                      <a:br>
                        <a:rPr lang="en-GB" sz="1200" b="0" i="0" u="none" strike="noStrike">
                          <a:solidFill>
                            <a:srgbClr val="000000"/>
                          </a:solidFill>
                          <a:latin typeface="Arial"/>
                        </a:rPr>
                      </a:br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latin typeface="Arial"/>
                        </a:rPr>
                        <a:t>170.73</a:t>
                      </a:r>
                      <a:br>
                        <a:rPr lang="en-GB" sz="1200" b="0" i="0" u="none" strike="noStrike">
                          <a:solidFill>
                            <a:srgbClr val="000000"/>
                          </a:solidFill>
                          <a:latin typeface="Arial"/>
                        </a:rPr>
                      </a:br>
                      <a:endParaRPr lang="en-GB" sz="1200" b="0" i="0" u="none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52500">
                <a:tc>
                  <a:txBody>
                    <a:bodyPr/>
                    <a:lstStyle/>
                    <a:p>
                      <a:pPr algn="l" fontAlgn="ctr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latin typeface="Arial"/>
                        </a:rPr>
                        <a:t> M-CLIP/XLM-Roberta</a:t>
                      </a:r>
                      <a:br>
                        <a:rPr lang="en-GB" sz="1200" b="0" i="0" u="none" strike="noStrike">
                          <a:solidFill>
                            <a:srgbClr val="000000"/>
                          </a:solidFill>
                          <a:latin typeface="Arial"/>
                        </a:rPr>
                      </a:br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latin typeface="Arial"/>
                        </a:rPr>
                        <a:t>-Large-Vit-L-14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latin typeface="Arial"/>
                        </a:rPr>
                        <a:t>TestTYPEAccuracy(%)</a:t>
                      </a:r>
                      <a:br>
                        <a:rPr lang="en-GB" sz="1200" b="0" i="0" u="none" strike="noStrike">
                          <a:solidFill>
                            <a:srgbClr val="000000"/>
                          </a:solidFill>
                          <a:latin typeface="Arial"/>
                        </a:rPr>
                      </a:br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latin typeface="Arial"/>
                        </a:rPr>
                        <a:t>TestANSAccuracy(%)</a:t>
                      </a:r>
                      <a:br>
                        <a:rPr lang="en-GB" sz="1200" b="0" i="0" u="none" strike="noStrike">
                          <a:solidFill>
                            <a:srgbClr val="000000"/>
                          </a:solidFill>
                          <a:latin typeface="Arial"/>
                        </a:rPr>
                      </a:br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latin typeface="Arial"/>
                        </a:rPr>
                        <a:t>AverageTESTAccuracy(%)</a:t>
                      </a:r>
                      <a:br>
                        <a:rPr lang="en-GB" sz="1200" b="0" i="0" u="none" strike="noStrike">
                          <a:solidFill>
                            <a:srgbClr val="000000"/>
                          </a:solidFill>
                          <a:latin typeface="Arial"/>
                        </a:rPr>
                      </a:br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latin typeface="Arial"/>
                        </a:rPr>
                        <a:t>Test Loss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15.68</a:t>
                      </a:r>
                      <a:br>
                        <a:rPr lang="en-GB" sz="12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</a:br>
                      <a:r>
                        <a:rPr lang="en-GB" sz="12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 0.00</a:t>
                      </a:r>
                      <a:br>
                        <a:rPr lang="en-GB" sz="12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</a:br>
                      <a:r>
                        <a:rPr lang="en-GB" sz="12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 7.84</a:t>
                      </a:r>
                      <a:br>
                        <a:rPr lang="en-GB" sz="12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</a:br>
                      <a:r>
                        <a:rPr lang="en-GB" sz="12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 176.81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8" name="TextBox 67"/>
          <p:cNvSpPr txBox="1"/>
          <p:nvPr/>
        </p:nvSpPr>
        <p:spPr>
          <a:xfrm>
            <a:off x="15646400" y="28651200"/>
            <a:ext cx="14593888" cy="74174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indent="-742950"/>
            <a:r>
              <a:rPr lang="en-GB" sz="4000" dirty="0" smtClean="0">
                <a:ea typeface="Calibri"/>
                <a:cs typeface="Arial" pitchFamily="34" charset="0"/>
              </a:rPr>
              <a:t>1. </a:t>
            </a:r>
            <a:r>
              <a:rPr lang="en-GB" sz="4000" dirty="0" err="1" smtClean="0">
                <a:ea typeface="Calibri"/>
                <a:cs typeface="Arial" pitchFamily="34" charset="0"/>
              </a:rPr>
              <a:t>Shen</a:t>
            </a:r>
            <a:r>
              <a:rPr lang="en-GB" sz="4000" dirty="0" smtClean="0">
                <a:ea typeface="Calibri"/>
                <a:cs typeface="Arial" pitchFamily="34" charset="0"/>
              </a:rPr>
              <a:t>, S., Li, L. H., Tan, H., </a:t>
            </a:r>
            <a:r>
              <a:rPr lang="en-GB" sz="4000" dirty="0" err="1" smtClean="0">
                <a:ea typeface="Calibri"/>
                <a:cs typeface="Arial" pitchFamily="34" charset="0"/>
              </a:rPr>
              <a:t>Bansal</a:t>
            </a:r>
            <a:r>
              <a:rPr lang="en-GB" sz="4000" dirty="0" smtClean="0">
                <a:ea typeface="Calibri"/>
                <a:cs typeface="Arial" pitchFamily="34" charset="0"/>
              </a:rPr>
              <a:t>, M., </a:t>
            </a:r>
            <a:r>
              <a:rPr lang="en-GB" sz="4000" dirty="0" err="1" smtClean="0">
                <a:ea typeface="Calibri"/>
                <a:cs typeface="Arial" pitchFamily="34" charset="0"/>
              </a:rPr>
              <a:t>Rohrbach</a:t>
            </a:r>
            <a:r>
              <a:rPr lang="en-GB" sz="4000" dirty="0" smtClean="0">
                <a:ea typeface="Calibri"/>
                <a:cs typeface="Arial" pitchFamily="34" charset="0"/>
              </a:rPr>
              <a:t>, A., Chang, K. W., ... &amp; </a:t>
            </a:r>
            <a:r>
              <a:rPr lang="en-GB" sz="4000" dirty="0" err="1" smtClean="0">
                <a:ea typeface="Calibri"/>
                <a:cs typeface="Arial" pitchFamily="34" charset="0"/>
              </a:rPr>
              <a:t>Keutzer</a:t>
            </a:r>
            <a:r>
              <a:rPr lang="en-GB" sz="4000" dirty="0" smtClean="0">
                <a:ea typeface="Calibri"/>
                <a:cs typeface="Arial" pitchFamily="34" charset="0"/>
              </a:rPr>
              <a:t>, K. How Much Can CLIP Benefit Vision-and-Language Tasks?. In International Conference on Learning Representations</a:t>
            </a:r>
            <a:r>
              <a:rPr lang="en-GB" sz="4000" dirty="0" smtClean="0">
                <a:ea typeface="Calibri"/>
                <a:cs typeface="Arial" pitchFamily="34" charset="0"/>
              </a:rPr>
              <a:t>.</a:t>
            </a:r>
          </a:p>
          <a:p>
            <a:pPr marL="342900" indent="-342900"/>
            <a:r>
              <a:rPr lang="en-GB" sz="4000" dirty="0" smtClean="0">
                <a:ea typeface="Calibri"/>
                <a:cs typeface="Arial" pitchFamily="34" charset="0"/>
              </a:rPr>
              <a:t>2</a:t>
            </a:r>
            <a:r>
              <a:rPr lang="en-GB" sz="4000" dirty="0" smtClean="0">
                <a:cs typeface="Arial" pitchFamily="34" charset="0"/>
              </a:rPr>
              <a:t>. </a:t>
            </a:r>
            <a:r>
              <a:rPr lang="en-GB" sz="4000" dirty="0" smtClean="0">
                <a:cs typeface="Arial" pitchFamily="34" charset="0"/>
              </a:rPr>
              <a:t>D. </a:t>
            </a:r>
            <a:r>
              <a:rPr lang="en-GB" sz="4000" dirty="0" err="1" smtClean="0">
                <a:cs typeface="Arial" pitchFamily="34" charset="0"/>
              </a:rPr>
              <a:t>Gurari</a:t>
            </a:r>
            <a:r>
              <a:rPr lang="en-GB" sz="4000" dirty="0" smtClean="0">
                <a:cs typeface="Arial" pitchFamily="34" charset="0"/>
              </a:rPr>
              <a:t>, Q. Li, A. J. </a:t>
            </a:r>
            <a:r>
              <a:rPr lang="en-GB" sz="4000" dirty="0" err="1" smtClean="0">
                <a:cs typeface="Arial" pitchFamily="34" charset="0"/>
              </a:rPr>
              <a:t>Stangl</a:t>
            </a:r>
            <a:r>
              <a:rPr lang="en-GB" sz="4000" dirty="0" smtClean="0">
                <a:cs typeface="Arial" pitchFamily="34" charset="0"/>
              </a:rPr>
              <a:t>, A. </a:t>
            </a:r>
            <a:r>
              <a:rPr lang="en-GB" sz="4000" dirty="0" err="1" smtClean="0">
                <a:cs typeface="Arial" pitchFamily="34" charset="0"/>
              </a:rPr>
              <a:t>Guo</a:t>
            </a:r>
            <a:r>
              <a:rPr lang="en-GB" sz="4000" dirty="0" smtClean="0">
                <a:cs typeface="Arial" pitchFamily="34" charset="0"/>
              </a:rPr>
              <a:t>, C. Lin, K. </a:t>
            </a:r>
            <a:r>
              <a:rPr lang="en-GB" sz="4000" dirty="0" err="1" smtClean="0">
                <a:cs typeface="Arial" pitchFamily="34" charset="0"/>
              </a:rPr>
              <a:t>Grauman</a:t>
            </a:r>
            <a:r>
              <a:rPr lang="en-GB" sz="4000" dirty="0" smtClean="0">
                <a:cs typeface="Arial" pitchFamily="34" charset="0"/>
              </a:rPr>
              <a:t>, J. </a:t>
            </a:r>
            <a:r>
              <a:rPr lang="en-GB" sz="4000" dirty="0" err="1" smtClean="0">
                <a:cs typeface="Arial" pitchFamily="34" charset="0"/>
              </a:rPr>
              <a:t>Luo</a:t>
            </a:r>
            <a:r>
              <a:rPr lang="en-GB" sz="4000" dirty="0" smtClean="0">
                <a:cs typeface="Arial" pitchFamily="34" charset="0"/>
              </a:rPr>
              <a:t>, J. P. </a:t>
            </a:r>
            <a:r>
              <a:rPr lang="en-GB" sz="4000" dirty="0" err="1" smtClean="0">
                <a:cs typeface="Arial" pitchFamily="34" charset="0"/>
              </a:rPr>
              <a:t>Bigham</a:t>
            </a:r>
            <a:r>
              <a:rPr lang="en-GB" sz="4000" dirty="0" smtClean="0">
                <a:cs typeface="Arial" pitchFamily="34" charset="0"/>
              </a:rPr>
              <a:t>, </a:t>
            </a:r>
            <a:r>
              <a:rPr lang="en-GB" sz="4000" dirty="0" err="1" smtClean="0">
                <a:cs typeface="Arial" pitchFamily="34" charset="0"/>
              </a:rPr>
              <a:t>Vizwiz</a:t>
            </a:r>
            <a:r>
              <a:rPr lang="en-GB" sz="4000" dirty="0" smtClean="0">
                <a:cs typeface="Arial" pitchFamily="34" charset="0"/>
              </a:rPr>
              <a:t> grand challenge: Answering visual questions from blind people, in: Proceedings of the IEEE conference on computer vision and pattern recognition, 2018, pp. 3608–3617</a:t>
            </a:r>
            <a:r>
              <a:rPr lang="en-GB" sz="4000" dirty="0" smtClean="0">
                <a:cs typeface="Arial" pitchFamily="34" charset="0"/>
              </a:rPr>
              <a:t>.</a:t>
            </a:r>
          </a:p>
          <a:p>
            <a:pPr marL="342900" indent="-342900"/>
            <a:r>
              <a:rPr lang="en-GB" sz="4000" dirty="0" smtClean="0">
                <a:cs typeface="Arial" pitchFamily="34" charset="0"/>
              </a:rPr>
              <a:t>3. T. M. Doan, D. Baumgartner, B. </a:t>
            </a:r>
            <a:r>
              <a:rPr lang="en-GB" sz="4000" dirty="0" err="1" smtClean="0">
                <a:cs typeface="Arial" pitchFamily="34" charset="0"/>
              </a:rPr>
              <a:t>Kille</a:t>
            </a:r>
            <a:r>
              <a:rPr lang="en-GB" sz="4000" dirty="0" smtClean="0">
                <a:cs typeface="Arial" pitchFamily="34" charset="0"/>
              </a:rPr>
              <a:t>, J. A. </a:t>
            </a:r>
            <a:r>
              <a:rPr lang="en-GB" sz="4000" dirty="0" err="1" smtClean="0">
                <a:cs typeface="Arial" pitchFamily="34" charset="0"/>
              </a:rPr>
              <a:t>Gulla</a:t>
            </a:r>
            <a:r>
              <a:rPr lang="en-GB" sz="4000" dirty="0" smtClean="0">
                <a:cs typeface="Arial" pitchFamily="34" charset="0"/>
              </a:rPr>
              <a:t>, Automatically detecting political viewpoints in </a:t>
            </a:r>
            <a:r>
              <a:rPr lang="en-GB" sz="4000" dirty="0" err="1" smtClean="0">
                <a:cs typeface="Arial" pitchFamily="34" charset="0"/>
              </a:rPr>
              <a:t>norwegian</a:t>
            </a:r>
            <a:r>
              <a:rPr lang="en-GB" sz="4000" dirty="0" smtClean="0">
                <a:cs typeface="Arial" pitchFamily="34" charset="0"/>
              </a:rPr>
              <a:t> text, in: International Symposium on Intelligent Data Analysis, Springer, 2024, pp. 242–253.</a:t>
            </a:r>
          </a:p>
          <a:p>
            <a:pPr marL="342900" indent="-342900"/>
            <a:endParaRPr lang="en-GB" dirty="0" smtClean="0"/>
          </a:p>
          <a:p>
            <a:pPr marL="342900" indent="-342900"/>
            <a:endParaRPr lang="en-GB" dirty="0"/>
          </a:p>
        </p:txBody>
      </p:sp>
      <p:sp>
        <p:nvSpPr>
          <p:cNvPr id="70" name="Rectangle 69"/>
          <p:cNvSpPr/>
          <p:nvPr/>
        </p:nvSpPr>
        <p:spPr>
          <a:xfrm>
            <a:off x="0" y="0"/>
            <a:ext cx="30240288" cy="350520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rgbClr val="00B050"/>
              </a:solidFill>
            </a:endParaRPr>
          </a:p>
        </p:txBody>
      </p:sp>
      <p:pic>
        <p:nvPicPr>
          <p:cNvPr id="1032" name="Picture 8" descr="NAIS 2025 Symposium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714375" y="0"/>
            <a:ext cx="6877050" cy="4038601"/>
          </a:xfrm>
          <a:prstGeom prst="rect">
            <a:avLst/>
          </a:prstGeom>
          <a:noFill/>
        </p:spPr>
      </p:pic>
      <p:sp>
        <p:nvSpPr>
          <p:cNvPr id="71" name="TextBox 70"/>
          <p:cNvSpPr txBox="1"/>
          <p:nvPr/>
        </p:nvSpPr>
        <p:spPr>
          <a:xfrm>
            <a:off x="10769600" y="711201"/>
            <a:ext cx="117856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GB" sz="8000" dirty="0" smtClean="0">
                <a:solidFill>
                  <a:srgbClr val="3E3E3E"/>
                </a:solidFill>
                <a:latin typeface="Open Sans"/>
              </a:rPr>
              <a:t>2025 NAIS Symposium</a:t>
            </a:r>
          </a:p>
          <a:p>
            <a:endParaRPr lang="en-GB" sz="8000" dirty="0"/>
          </a:p>
        </p:txBody>
      </p:sp>
      <p:sp>
        <p:nvSpPr>
          <p:cNvPr id="1034" name="AutoShape 10" descr="New | UiT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1036" name="AutoShape 12" descr="New | UiT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1038" name="AutoShape 14" descr="New | UiT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1040" name="Picture 16" descr="New | UiT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26825575" y="0"/>
            <a:ext cx="3414713" cy="3505200"/>
          </a:xfrm>
          <a:prstGeom prst="rect">
            <a:avLst/>
          </a:prstGeom>
          <a:noFill/>
        </p:spPr>
      </p:pic>
      <p:sp>
        <p:nvSpPr>
          <p:cNvPr id="72" name="Rounded Rectangle 71"/>
          <p:cNvSpPr/>
          <p:nvPr/>
        </p:nvSpPr>
        <p:spPr>
          <a:xfrm>
            <a:off x="711200" y="31597600"/>
            <a:ext cx="14833600" cy="609600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4400" dirty="0"/>
          </a:p>
        </p:txBody>
      </p:sp>
      <p:sp>
        <p:nvSpPr>
          <p:cNvPr id="73" name="TextBox 72"/>
          <p:cNvSpPr txBox="1"/>
          <p:nvPr/>
        </p:nvSpPr>
        <p:spPr>
          <a:xfrm>
            <a:off x="1422400" y="31750000"/>
            <a:ext cx="13817600" cy="59482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GB" sz="4400" dirty="0" smtClean="0">
                <a:ea typeface="Calibri"/>
                <a:cs typeface="Times New Roman"/>
              </a:rPr>
              <a:t>Our proposed approach highlights the potential of combining language translation and CLIP models in a small VQA module and addresses inclusivity for Norwegian-speaking users. Our work enhances support for low-vision or visually impaired people by enhancing contextual comprehension in VQA, allowing them to interact with visual content in their local language more successfully. 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="" xmlns:p14="http://schemas.microsoft.com/office/powerpoint/2010/main" val="5509673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2013 - 2022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69906FA915CFD4B9676E52A72404827" ma:contentTypeVersion="18" ma:contentTypeDescription="Create a new document." ma:contentTypeScope="" ma:versionID="4242618b8bab66d8c0a4021e0c2de9f3">
  <xsd:schema xmlns:xsd="http://www.w3.org/2001/XMLSchema" xmlns:xs="http://www.w3.org/2001/XMLSchema" xmlns:p="http://schemas.microsoft.com/office/2006/metadata/properties" xmlns:ns2="be867971-3830-4ea5-9eca-5403f39c2a57" xmlns:ns3="e0a0c584-0f62-47ef-8607-82f9c1dd5f40" targetNamespace="http://schemas.microsoft.com/office/2006/metadata/properties" ma:root="true" ma:fieldsID="f3233ff80ca76600b93dcc3df085df1c" ns2:_="" ns3:_="">
    <xsd:import namespace="be867971-3830-4ea5-9eca-5403f39c2a57"/>
    <xsd:import namespace="e0a0c584-0f62-47ef-8607-82f9c1dd5f40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Location" minOccurs="0"/>
                <xsd:element ref="ns3:MediaLengthInSeconds" minOccurs="0"/>
                <xsd:element ref="ns3:lcf76f155ced4ddcb4097134ff3c332f" minOccurs="0"/>
                <xsd:element ref="ns2:TaxCatchAll" minOccurs="0"/>
                <xsd:element ref="ns3:MediaServiceObjectDetectorVersion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867971-3830-4ea5-9eca-5403f39c2a57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0b04763c-935c-4888-8455-7a7a6e69d74b}" ma:internalName="TaxCatchAll" ma:showField="CatchAllData" ma:web="be867971-3830-4ea5-9eca-5403f39c2a5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0a0c584-0f62-47ef-8607-82f9c1dd5f4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806aaa40-c663-4506-a8f2-94edda6b6de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0a0c584-0f62-47ef-8607-82f9c1dd5f40">
      <Terms xmlns="http://schemas.microsoft.com/office/infopath/2007/PartnerControls"/>
    </lcf76f155ced4ddcb4097134ff3c332f>
    <TaxCatchAll xmlns="be867971-3830-4ea5-9eca-5403f39c2a57" xsi:nil="true"/>
  </documentManagement>
</p:properties>
</file>

<file path=customXml/itemProps1.xml><?xml version="1.0" encoding="utf-8"?>
<ds:datastoreItem xmlns:ds="http://schemas.openxmlformats.org/officeDocument/2006/customXml" ds:itemID="{25A3B242-5146-4666-8848-0545BDD4F20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e867971-3830-4ea5-9eca-5403f39c2a57"/>
    <ds:schemaRef ds:uri="e0a0c584-0f62-47ef-8607-82f9c1dd5f4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AB9043D-AF81-42F7-9C07-04161162184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62539C9-43F0-423E-B404-33D6AEDE8A38}">
  <ds:schemaRefs>
    <ds:schemaRef ds:uri="e0a0c584-0f62-47ef-8607-82f9c1dd5f40"/>
    <ds:schemaRef ds:uri="http://purl.org/dc/elements/1.1/"/>
    <ds:schemaRef ds:uri="http://www.w3.org/XML/1998/namespace"/>
    <ds:schemaRef ds:uri="http://schemas.microsoft.com/office/infopath/2007/PartnerControls"/>
    <ds:schemaRef ds:uri="http://schemas.microsoft.com/office/2006/documentManagement/types"/>
    <ds:schemaRef ds:uri="http://purl.org/dc/dcmitype/"/>
    <ds:schemaRef ds:uri="http://purl.org/dc/terms/"/>
    <ds:schemaRef ds:uri="http://schemas.microsoft.com/office/2006/metadata/properties"/>
    <ds:schemaRef ds:uri="http://schemas.openxmlformats.org/package/2006/metadata/core-properties"/>
    <ds:schemaRef ds:uri="be867971-3830-4ea5-9eca-5403f39c2a57"/>
  </ds:schemaRefs>
</ds:datastoreItem>
</file>

<file path=docMetadata/LabelInfo.xml><?xml version="1.0" encoding="utf-8"?>
<clbl:labelList xmlns:clbl="http://schemas.microsoft.com/office/2020/mipLabelMetadata">
  <clbl:label id="{d026bb9f-849e-4520-adf3-36adc211bebd}" enabled="1" method="Privileged" siteId="{ac144e41-8001-48f0-9e1c-170716ed06b6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4934</TotalTime>
  <Words>446</Words>
  <Application>Microsoft Office PowerPoint</Application>
  <PresentationFormat>Custom</PresentationFormat>
  <Paragraphs>43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Slide 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Emad Khourfan</dc:creator>
  <cp:lastModifiedBy>Windows</cp:lastModifiedBy>
  <cp:revision>67</cp:revision>
  <cp:lastPrinted>2024-11-15T15:43:05Z</cp:lastPrinted>
  <dcterms:created xsi:type="dcterms:W3CDTF">2020-09-21T06:23:30Z</dcterms:created>
  <dcterms:modified xsi:type="dcterms:W3CDTF">2025-06-03T11:24:09Z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7cbf2ee6-7391-4c03-b07a-3137c8a2243c_Enabled">
    <vt:lpwstr>true</vt:lpwstr>
  </property>
  <property fmtid="{D5CDD505-2E9C-101B-9397-08002B2CF9AE}" pid="3" name="MSIP_Label_7cbf2ee6-7391-4c03-b07a-3137c8a2243c_SetDate">
    <vt:lpwstr>2023-06-21T14:20:27Z</vt:lpwstr>
  </property>
  <property fmtid="{D5CDD505-2E9C-101B-9397-08002B2CF9AE}" pid="4" name="MSIP_Label_7cbf2ee6-7391-4c03-b07a-3137c8a2243c_Method">
    <vt:lpwstr>Standard</vt:lpwstr>
  </property>
  <property fmtid="{D5CDD505-2E9C-101B-9397-08002B2CF9AE}" pid="5" name="MSIP_Label_7cbf2ee6-7391-4c03-b07a-3137c8a2243c_Name">
    <vt:lpwstr>Internal</vt:lpwstr>
  </property>
  <property fmtid="{D5CDD505-2E9C-101B-9397-08002B2CF9AE}" pid="6" name="MSIP_Label_7cbf2ee6-7391-4c03-b07a-3137c8a2243c_SiteId">
    <vt:lpwstr>ac144e41-8001-48f0-9e1c-170716ed06b6</vt:lpwstr>
  </property>
  <property fmtid="{D5CDD505-2E9C-101B-9397-08002B2CF9AE}" pid="7" name="MSIP_Label_7cbf2ee6-7391-4c03-b07a-3137c8a2243c_ActionId">
    <vt:lpwstr>c0307c42-8460-48b6-b3d1-95e154b6db10</vt:lpwstr>
  </property>
  <property fmtid="{D5CDD505-2E9C-101B-9397-08002B2CF9AE}" pid="8" name="MSIP_Label_7cbf2ee6-7391-4c03-b07a-3137c8a2243c_ContentBits">
    <vt:lpwstr>1</vt:lpwstr>
  </property>
  <property fmtid="{D5CDD505-2E9C-101B-9397-08002B2CF9AE}" pid="9" name="ClassificationContentMarkingHeaderLocations">
    <vt:lpwstr>Office Theme:12</vt:lpwstr>
  </property>
  <property fmtid="{D5CDD505-2E9C-101B-9397-08002B2CF9AE}" pid="10" name="ClassificationContentMarkingHeaderText">
    <vt:lpwstr>Internal use</vt:lpwstr>
  </property>
  <property fmtid="{D5CDD505-2E9C-101B-9397-08002B2CF9AE}" pid="11" name="ContentTypeId">
    <vt:lpwstr>0x010100769906FA915CFD4B9676E52A72404827</vt:lpwstr>
  </property>
  <property fmtid="{D5CDD505-2E9C-101B-9397-08002B2CF9AE}" pid="12" name="MediaServiceImageTags">
    <vt:lpwstr/>
  </property>
</Properties>
</file>